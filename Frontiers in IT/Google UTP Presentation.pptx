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6" r:id="rId5"/>
    <p:sldId id="297" r:id="rId6"/>
    <p:sldId id="286" r:id="rId7"/>
    <p:sldId id="261" r:id="rId8"/>
    <p:sldId id="285" r:id="rId9"/>
    <p:sldId id="263" r:id="rId10"/>
    <p:sldId id="265" r:id="rId11"/>
    <p:sldId id="262" r:id="rId12"/>
    <p:sldId id="278" r:id="rId13"/>
    <p:sldId id="267" r:id="rId14"/>
    <p:sldId id="279" r:id="rId15"/>
    <p:sldId id="280" r:id="rId16"/>
    <p:sldId id="287" r:id="rId17"/>
    <p:sldId id="299" r:id="rId18"/>
    <p:sldId id="300" r:id="rId19"/>
    <p:sldId id="305" r:id="rId20"/>
    <p:sldId id="301" r:id="rId21"/>
    <p:sldId id="302" r:id="rId22"/>
    <p:sldId id="30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7887" autoAdjust="0"/>
  </p:normalViewPr>
  <p:slideViewPr>
    <p:cSldViewPr snapToGrid="0" showGuides="1">
      <p:cViewPr varScale="1">
        <p:scale>
          <a:sx n="57" d="100"/>
          <a:sy n="57" d="100"/>
        </p:scale>
        <p:origin x="78" y="9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8/24/2025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8/24/2025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F49D-7762-DDF9-43EA-39828211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948DA-E0BB-0C8A-6F38-AEBE548FC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95663-11F4-D34A-FB4B-6753DE44C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05A2C-401A-8F0C-A084-C8E04F5D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719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" y="189653"/>
            <a:ext cx="10954512" cy="3246120"/>
          </a:xfrm>
        </p:spPr>
        <p:txBody>
          <a:bodyPr anchor="b"/>
          <a:lstStyle/>
          <a:p>
            <a:r>
              <a:rPr lang="en-US" dirty="0"/>
              <a:t>GOOGLE TPU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43577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Marin Aske</a:t>
            </a:r>
          </a:p>
          <a:p>
            <a:r>
              <a:rPr lang="en-US" dirty="0"/>
              <a:t>Jonathan Tsui</a:t>
            </a:r>
          </a:p>
          <a:p>
            <a:r>
              <a:rPr lang="en-US" dirty="0"/>
              <a:t>Miguel Castellano</a:t>
            </a: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95376" y="-977054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  <a:noFill/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-761133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sz="3200" dirty="0"/>
              <a:t>1 -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  <a:noFill/>
        </p:spPr>
        <p:txBody>
          <a:bodyPr>
            <a:noAutofit/>
          </a:bodyPr>
          <a:lstStyle/>
          <a:p>
            <a:r>
              <a:rPr lang="en-US" dirty="0"/>
              <a:t>We have identified important key trends that demand our attention.</a:t>
            </a:r>
          </a:p>
          <a:p>
            <a:r>
              <a:rPr lang="en-US" dirty="0"/>
              <a:t>Data reveals a steady increase in consumer demand for sustainable products, presenting an opportunity for our eco-friendly offerings.</a:t>
            </a:r>
          </a:p>
          <a:p>
            <a:r>
              <a:rPr lang="en-US" dirty="0"/>
              <a:t>Our competitors are now focusing on digital marketing strategies, suggesting a shift in consumer behavior.</a:t>
            </a:r>
          </a:p>
          <a:p>
            <a:r>
              <a:rPr lang="en-US" dirty="0"/>
              <a:t>Understanding these nuanced dynamics positions us to adapt and capitalize on emerging market preferences.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60696" y="-2681902"/>
            <a:ext cx="7004304" cy="3566160"/>
          </a:xfrm>
          <a:noFill/>
        </p:spPr>
        <p:txBody>
          <a:bodyPr>
            <a:noAutofit/>
          </a:bodyPr>
          <a:lstStyle/>
          <a:p>
            <a:r>
              <a:rPr lang="en-US" sz="4000" dirty="0"/>
              <a:t>History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  <a:noFill/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-761133"/>
            <a:ext cx="10506456" cy="1655064"/>
          </a:xfrm>
          <a:noFill/>
        </p:spPr>
        <p:txBody>
          <a:bodyPr>
            <a:noAutofit/>
          </a:bodyPr>
          <a:lstStyle/>
          <a:p>
            <a:r>
              <a:rPr lang="en-US" sz="3200" dirty="0"/>
              <a:t>2 - Technical Aspects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-761133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sz="3200" dirty="0"/>
              <a:t>3 - Social Impact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-761133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sz="3200" dirty="0"/>
              <a:t>4 - Professional Impact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-761133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sz="3200" dirty="0"/>
              <a:t>4.1 - Careers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AF320-61B9-87FA-4DF5-7C3B0DC1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C4CA3A4-B8FF-9078-6D8A-216B4FCE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-827532"/>
            <a:ext cx="10277856" cy="1655064"/>
          </a:xfrm>
        </p:spPr>
        <p:txBody>
          <a:bodyPr>
            <a:normAutofit/>
          </a:bodyPr>
          <a:lstStyle/>
          <a:p>
            <a:r>
              <a:rPr lang="en-US" sz="3200" dirty="0"/>
              <a:t>4.2 - Jobs in this Area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35CF17-0841-DD85-B8F3-E5A02518E72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456" y="-1329266"/>
            <a:ext cx="10991088" cy="3657600"/>
          </a:xfrm>
          <a:noFill/>
        </p:spPr>
        <p:txBody>
          <a:bodyPr anchor="ctr">
            <a:noAutofit/>
          </a:bodyPr>
          <a:lstStyle/>
          <a:p>
            <a:r>
              <a:rPr lang="en-US" sz="3200" dirty="0"/>
              <a:t>4.3 - Job Projections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-761133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sz="2800" dirty="0"/>
              <a:t>5 - Ethical Issues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-1873949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en-US" sz="3200" dirty="0"/>
              <a:t>6 - Environmental Issues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25B9-1C35-E9DB-9510-1895497C9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-1738946"/>
            <a:ext cx="9912096" cy="2743200"/>
          </a:xfrm>
        </p:spPr>
        <p:txBody>
          <a:bodyPr/>
          <a:lstStyle/>
          <a:p>
            <a:r>
              <a:rPr lang="en-US" sz="3200" dirty="0"/>
              <a:t>7 - Legal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E4F33-BC76-0E6C-DF17-6F97847069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51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EF8E-82DF-8B8D-2FE0-9C46B16A5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-1738946"/>
            <a:ext cx="9912096" cy="2743200"/>
          </a:xfrm>
        </p:spPr>
        <p:txBody>
          <a:bodyPr/>
          <a:lstStyle/>
          <a:p>
            <a:r>
              <a:rPr lang="en-US" sz="3200" dirty="0"/>
              <a:t>8 - Health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B0C73-377A-D7D2-2302-9F050EC20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1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4686-F312-4504-9483-A3E58C598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-1738946"/>
            <a:ext cx="9912096" cy="2743200"/>
          </a:xfrm>
        </p:spPr>
        <p:txBody>
          <a:bodyPr/>
          <a:lstStyle/>
          <a:p>
            <a:r>
              <a:rPr lang="en-US" sz="3200" dirty="0"/>
              <a:t>9 – COVID-19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B051B-E274-AF14-1C3F-82934294DF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62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CFF6-A0E3-3B7F-B3AE-1B242E736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-1738946"/>
            <a:ext cx="9912096" cy="2743200"/>
          </a:xfrm>
        </p:spPr>
        <p:txBody>
          <a:bodyPr/>
          <a:lstStyle/>
          <a:p>
            <a:r>
              <a:rPr lang="en-US" sz="3200" dirty="0"/>
              <a:t>10 - Final Remarks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FD5FC-A900-35A2-0202-03C263E0C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10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C338-0D38-4C35-7A49-A1B30215D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-2009880"/>
            <a:ext cx="9912096" cy="2743200"/>
          </a:xfrm>
        </p:spPr>
        <p:txBody>
          <a:bodyPr/>
          <a:lstStyle/>
          <a:p>
            <a:r>
              <a:rPr lang="en-US" sz="3200" dirty="0"/>
              <a:t>11 - Bibliography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AA497-C9D9-6F63-E776-051FBF1143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2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8D5C-D90B-28E6-49AB-3484402BB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4056" y="685800"/>
            <a:ext cx="9912096" cy="2743200"/>
          </a:xfrm>
        </p:spPr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54766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20AB-F3A5-E067-F42F-858C080D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8D0E-FDE1-EF5E-0EF5-A8607110A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" y="189653"/>
            <a:ext cx="10954512" cy="3246120"/>
          </a:xfrm>
        </p:spPr>
        <p:txBody>
          <a:bodyPr anchor="b"/>
          <a:lstStyle/>
          <a:p>
            <a:r>
              <a:rPr lang="en-US" dirty="0"/>
              <a:t>GOOGLE TPU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B428F6-FF2A-FEEC-5A3F-42DD63619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43577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Marin Aske</a:t>
            </a:r>
          </a:p>
          <a:p>
            <a:r>
              <a:rPr lang="en-US" dirty="0"/>
              <a:t>Jonathan Tsui</a:t>
            </a:r>
          </a:p>
          <a:p>
            <a:r>
              <a:rPr lang="en-US" dirty="0"/>
              <a:t>Miguel Castellano</a:t>
            </a:r>
          </a:p>
        </p:txBody>
      </p:sp>
    </p:spTree>
    <p:extLst>
      <p:ext uri="{BB962C8B-B14F-4D97-AF65-F5344CB8AC3E}">
        <p14:creationId xmlns:p14="http://schemas.microsoft.com/office/powerpoint/2010/main" val="20160009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5474c0-db7f-41da-9efd-902a2d50971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91BEEAA612024A847DB5A6048E5E73" ma:contentTypeVersion="6" ma:contentTypeDescription="Create a new document." ma:contentTypeScope="" ma:versionID="d660c6f9b9ccdd8d8222da64db44db6e">
  <xsd:schema xmlns:xsd="http://www.w3.org/2001/XMLSchema" xmlns:xs="http://www.w3.org/2001/XMLSchema" xmlns:p="http://schemas.microsoft.com/office/2006/metadata/properties" xmlns:ns3="785474c0-db7f-41da-9efd-902a2d50971d" targetNamespace="http://schemas.microsoft.com/office/2006/metadata/properties" ma:root="true" ma:fieldsID="1b50858c53b7935254d41fb98ea2b30b" ns3:_="">
    <xsd:import namespace="785474c0-db7f-41da-9efd-902a2d50971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474c0-db7f-41da-9efd-902a2d50971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785474c0-db7f-41da-9efd-902a2d50971d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4AE1FE-4B72-44F8-A8BF-F9867CD7C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5474c0-db7f-41da-9efd-902a2d5097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24</TotalTime>
  <Words>150</Words>
  <Application>Microsoft Office PowerPoint</Application>
  <PresentationFormat>Widescreen</PresentationFormat>
  <Paragraphs>39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Custom</vt:lpstr>
      <vt:lpstr>GOOGLE TPU</vt:lpstr>
      <vt:lpstr>PowerPoint Presentation</vt:lpstr>
      <vt:lpstr>Table of Contents</vt:lpstr>
      <vt:lpstr>1 - Introduction</vt:lpstr>
      <vt:lpstr>History</vt:lpstr>
      <vt:lpstr>2 - Technical Aspects</vt:lpstr>
      <vt:lpstr>3 - Social Impact</vt:lpstr>
      <vt:lpstr>4 - Professional Impact</vt:lpstr>
      <vt:lpstr>4.1 - Careers</vt:lpstr>
      <vt:lpstr>4.2 - Jobs in this Area</vt:lpstr>
      <vt:lpstr>4.3 - Job Projections</vt:lpstr>
      <vt:lpstr>5 - Ethical Issues</vt:lpstr>
      <vt:lpstr>6 - Environmental Issues</vt:lpstr>
      <vt:lpstr>7 - Legal Issues</vt:lpstr>
      <vt:lpstr>8 - Health Issues</vt:lpstr>
      <vt:lpstr>9 – COVID-19</vt:lpstr>
      <vt:lpstr>10 - Final Remarks</vt:lpstr>
      <vt:lpstr>11 - Bibliography</vt:lpstr>
      <vt:lpstr>Any Questions?</vt:lpstr>
      <vt:lpstr>GOOGLE TPU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 Aske</dc:creator>
  <cp:lastModifiedBy>Marin Aske</cp:lastModifiedBy>
  <cp:revision>2</cp:revision>
  <dcterms:created xsi:type="dcterms:W3CDTF">2025-08-24T17:55:32Z</dcterms:created>
  <dcterms:modified xsi:type="dcterms:W3CDTF">2025-08-24T18:20:06Z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0x0101005391BEEAA612024A847DB5A6048E5E73</vt:lpwstr>
  </property>
  <property fmtid="{D5CDD505-2E9C-101B-9397-08002B2CF9AE}" pid="3" name="MediaServiceImageTags">
    <vt:lpwstr/>
  </property>
</Properties>
</file>