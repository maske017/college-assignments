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96" r:id="rId4"/>
  </p:sldMasterIdLst>
  <p:notesMasterIdLst>
    <p:notesMasterId r:id="rId9"/>
  </p:notesMasterIdLst>
  <p:handoutMasterIdLst>
    <p:handoutMasterId r:id="rId10"/>
  </p:handoutMasterIdLst>
  <p:sldIdLst>
    <p:sldId id="334" r:id="rId5"/>
    <p:sldId id="316" r:id="rId6"/>
    <p:sldId id="337" r:id="rId7"/>
    <p:sldId id="34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92" userDrawn="1">
          <p15:clr>
            <a:srgbClr val="A4A3A4"/>
          </p15:clr>
        </p15:guide>
        <p15:guide id="2" pos="7056" userDrawn="1">
          <p15:clr>
            <a:srgbClr val="A4A3A4"/>
          </p15:clr>
        </p15:guide>
        <p15:guide id="3" orient="horz" pos="3168"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9DCAF9ED-07DC-4A11-8D7F-57B35C25682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4" autoAdjust="0"/>
    <p:restoredTop sz="84967" autoAdjust="0"/>
  </p:normalViewPr>
  <p:slideViewPr>
    <p:cSldViewPr snapToGrid="0">
      <p:cViewPr varScale="1">
        <p:scale>
          <a:sx n="112" d="100"/>
          <a:sy n="112" d="100"/>
        </p:scale>
        <p:origin x="552" y="90"/>
      </p:cViewPr>
      <p:guideLst>
        <p:guide orient="horz" pos="1392"/>
        <p:guide pos="7056"/>
        <p:guide orient="horz" pos="3168"/>
      </p:guideLst>
    </p:cSldViewPr>
  </p:slideViewPr>
  <p:outlineViewPr>
    <p:cViewPr>
      <p:scale>
        <a:sx n="33" d="100"/>
        <a:sy n="33" d="100"/>
      </p:scale>
      <p:origin x="0" y="-1103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presProps" Target="presProps.xml"/><Relationship Id="rId5" Type="http://schemas.openxmlformats.org/officeDocument/2006/relationships/slide" Target="slides/slide1.xml"/><Relationship Id="rId15" Type="http://schemas.microsoft.com/office/2018/10/relationships/authors" Target="authors.xml"/><Relationship Id="rId10"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notesMaster" Target="notesMasters/notesMaster1.xml"/><Relationship Id="rId14"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0E99E25-5B65-D93A-3010-8B947D67E65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7DAEB28A-33CC-6CF5-1214-F2C3205F679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3888634-FBA9-41D6-8B35-EE3A7D816B7C}" type="datetimeFigureOut">
              <a:rPr lang="en-US" smtClean="0"/>
              <a:t>9/10/2025</a:t>
            </a:fld>
            <a:endParaRPr lang="en-US" dirty="0"/>
          </a:p>
        </p:txBody>
      </p:sp>
      <p:sp>
        <p:nvSpPr>
          <p:cNvPr id="4" name="Footer Placeholder 3">
            <a:extLst>
              <a:ext uri="{FF2B5EF4-FFF2-40B4-BE49-F238E27FC236}">
                <a16:creationId xmlns:a16="http://schemas.microsoft.com/office/drawing/2014/main" id="{43D63414-6160-FF79-B3F6-CD615625C84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2583E93F-BDEC-C5F7-2553-8324882C419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97C78D2-97D1-4B37-BDD1-08A09BD4CA99}" type="slidenum">
              <a:rPr lang="en-US" smtClean="0"/>
              <a:t>‹#›</a:t>
            </a:fld>
            <a:endParaRPr lang="en-US" dirty="0"/>
          </a:p>
        </p:txBody>
      </p:sp>
    </p:spTree>
    <p:extLst>
      <p:ext uri="{BB962C8B-B14F-4D97-AF65-F5344CB8AC3E}">
        <p14:creationId xmlns:p14="http://schemas.microsoft.com/office/powerpoint/2010/main" val="23691359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A28068-AFBD-4979-B752-9EB6F90B1386}" type="datetimeFigureOut">
              <a:rPr lang="en-US" smtClean="0"/>
              <a:t>9/10/2025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939589-3E79-4C82-AA4A-FE78234FAA59}" type="slidenum">
              <a:rPr lang="en-US" smtClean="0"/>
              <a:t>‹#›</a:t>
            </a:fld>
            <a:endParaRPr lang="en-US" dirty="0"/>
          </a:p>
        </p:txBody>
      </p:sp>
    </p:spTree>
    <p:extLst>
      <p:ext uri="{BB962C8B-B14F-4D97-AF65-F5344CB8AC3E}">
        <p14:creationId xmlns:p14="http://schemas.microsoft.com/office/powerpoint/2010/main" val="21949689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1</a:t>
            </a:fld>
            <a:endParaRPr lang="en-US" dirty="0"/>
          </a:p>
        </p:txBody>
      </p:sp>
    </p:spTree>
    <p:extLst>
      <p:ext uri="{BB962C8B-B14F-4D97-AF65-F5344CB8AC3E}">
        <p14:creationId xmlns:p14="http://schemas.microsoft.com/office/powerpoint/2010/main" val="18017961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2</a:t>
            </a:fld>
            <a:endParaRPr lang="en-US" dirty="0"/>
          </a:p>
        </p:txBody>
      </p:sp>
    </p:spTree>
    <p:extLst>
      <p:ext uri="{BB962C8B-B14F-4D97-AF65-F5344CB8AC3E}">
        <p14:creationId xmlns:p14="http://schemas.microsoft.com/office/powerpoint/2010/main" val="34667734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3</a:t>
            </a:fld>
            <a:endParaRPr lang="en-US" dirty="0"/>
          </a:p>
        </p:txBody>
      </p:sp>
    </p:spTree>
    <p:extLst>
      <p:ext uri="{BB962C8B-B14F-4D97-AF65-F5344CB8AC3E}">
        <p14:creationId xmlns:p14="http://schemas.microsoft.com/office/powerpoint/2010/main" val="8334871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5939589-3E79-4C82-AA4A-FE78234FAA59}" type="slidenum">
              <a:rPr lang="en-US" smtClean="0"/>
              <a:t>4</a:t>
            </a:fld>
            <a:endParaRPr lang="en-US" dirty="0"/>
          </a:p>
        </p:txBody>
      </p:sp>
    </p:spTree>
    <p:extLst>
      <p:ext uri="{BB962C8B-B14F-4D97-AF65-F5344CB8AC3E}">
        <p14:creationId xmlns:p14="http://schemas.microsoft.com/office/powerpoint/2010/main" val="40107760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Slide">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280159" y="357809"/>
            <a:ext cx="7983110" cy="3080335"/>
          </a:xfrm>
        </p:spPr>
        <p:txBody>
          <a:bodyPr lIns="0" tIns="0" rIns="0" bIns="0" anchor="b"/>
          <a:lstStyle>
            <a:lvl1pPr algn="l">
              <a:lnSpc>
                <a:spcPts val="5400"/>
              </a:lnSpc>
              <a:defRPr sz="5400" b="1" i="0" cap="all" spc="0" baseline="0">
                <a:solidFill>
                  <a:schemeClr val="bg1"/>
                </a:solidFill>
              </a:defRPr>
            </a:lvl1pPr>
          </a:lstStyle>
          <a:p>
            <a:r>
              <a:rPr lang="en-US"/>
              <a:t>Click to edit Master title style</a:t>
            </a:r>
            <a:endParaRPr lang="en-US" dirty="0"/>
          </a:p>
        </p:txBody>
      </p:sp>
      <p:cxnSp>
        <p:nvCxnSpPr>
          <p:cNvPr id="9" name="Straight Connector 8">
            <a:extLst>
              <a:ext uri="{FF2B5EF4-FFF2-40B4-BE49-F238E27FC236}">
                <a16:creationId xmlns:a16="http://schemas.microsoft.com/office/drawing/2014/main" id="{8E825845-66DD-4B77-A729-CD97D156FE6C}"/>
              </a:ext>
              <a:ext uri="{C183D7F6-B498-43B3-948B-1728B52AA6E4}">
                <adec:decorative xmlns:adec="http://schemas.microsoft.com/office/drawing/2017/decorative" val="1"/>
              </a:ext>
            </a:extLst>
          </p:cNvPr>
          <p:cNvCxnSpPr>
            <a:cxnSpLocks/>
          </p:cNvCxnSpPr>
          <p:nvPr userDrawn="1"/>
        </p:nvCxnSpPr>
        <p:spPr>
          <a:xfrm>
            <a:off x="1280160" y="3496322"/>
            <a:ext cx="0" cy="335280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22749162-63A5-5BF9-895E-B0577A6C47E0}"/>
              </a:ext>
              <a:ext uri="{C183D7F6-B498-43B3-948B-1728B52AA6E4}">
                <adec:decorative xmlns:adec="http://schemas.microsoft.com/office/drawing/2017/decorative" val="1"/>
              </a:ext>
            </a:extLst>
          </p:cNvPr>
          <p:cNvGrpSpPr/>
          <p:nvPr userDrawn="1"/>
        </p:nvGrpSpPr>
        <p:grpSpPr>
          <a:xfrm>
            <a:off x="8161510" y="2744546"/>
            <a:ext cx="465456" cy="581432"/>
            <a:chOff x="7843462" y="2744546"/>
            <a:chExt cx="465456" cy="581432"/>
          </a:xfrm>
        </p:grpSpPr>
        <p:sp>
          <p:nvSpPr>
            <p:cNvPr id="19" name="Graphic 12">
              <a:extLst>
                <a:ext uri="{FF2B5EF4-FFF2-40B4-BE49-F238E27FC236}">
                  <a16:creationId xmlns:a16="http://schemas.microsoft.com/office/drawing/2014/main" id="{818B4386-1FCF-4ACE-BE25-AF9CC5E2256F}"/>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21" name="Graphic 13">
              <a:extLst>
                <a:ext uri="{FF2B5EF4-FFF2-40B4-BE49-F238E27FC236}">
                  <a16:creationId xmlns:a16="http://schemas.microsoft.com/office/drawing/2014/main" id="{19319560-50ED-4963-A2CF-74663239D426}"/>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23" name="Graphic 15">
              <a:extLst>
                <a:ext uri="{FF2B5EF4-FFF2-40B4-BE49-F238E27FC236}">
                  <a16:creationId xmlns:a16="http://schemas.microsoft.com/office/drawing/2014/main" id="{E5ABBDAD-943D-48F3-9C80-B29C48966C79}"/>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21379060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image">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hasCustomPrompt="1"/>
          </p:nvPr>
        </p:nvSpPr>
        <p:spPr>
          <a:xfrm>
            <a:off x="5116544" y="614202"/>
            <a:ext cx="5918072" cy="2276856"/>
          </a:xfrm>
        </p:spPr>
        <p:txBody>
          <a:bodyPr lIns="0" tIns="0" rIns="0" bIns="0" anchor="b"/>
          <a:lstStyle>
            <a:lvl1pPr algn="r">
              <a:lnSpc>
                <a:spcPts val="4000"/>
              </a:lnSpc>
              <a:defRPr sz="4000" b="1" cap="all" spc="0" baseline="0">
                <a:solidFill>
                  <a:schemeClr val="bg1"/>
                </a:solidFill>
              </a:defRPr>
            </a:lvl1pPr>
          </a:lstStyle>
          <a:p>
            <a:r>
              <a:rPr lang="en-US" dirty="0"/>
              <a:t>Click to add title</a:t>
            </a:r>
          </a:p>
        </p:txBody>
      </p:sp>
      <p:sp>
        <p:nvSpPr>
          <p:cNvPr id="8" name="Slide Number Placeholder 7">
            <a:extLst>
              <a:ext uri="{FF2B5EF4-FFF2-40B4-BE49-F238E27FC236}">
                <a16:creationId xmlns:a16="http://schemas.microsoft.com/office/drawing/2014/main" id="{1C738AB3-8054-6E21-C34C-36AF3A31AC4E}"/>
              </a:ext>
            </a:extLst>
          </p:cNvPr>
          <p:cNvSpPr>
            <a:spLocks noGrp="1"/>
          </p:cNvSpPr>
          <p:nvPr>
            <p:ph type="sldNum" sz="quarter" idx="20"/>
          </p:nvPr>
        </p:nvSpPr>
        <p:spPr/>
        <p:txBody>
          <a:bodyPr/>
          <a:lstStyle>
            <a:lvl1pPr>
              <a:defRPr>
                <a:solidFill>
                  <a:schemeClr val="bg1"/>
                </a:solidFill>
              </a:defRPr>
            </a:lvl1pPr>
          </a:lstStyle>
          <a:p>
            <a:fld id="{D8DA9DAA-006C-4F4B-980E-E3DF019B24E2}" type="slidenum">
              <a:rPr lang="en-US" smtClean="0"/>
              <a:pPr/>
              <a:t>‹#›</a:t>
            </a:fld>
            <a:endParaRPr lang="en-US" dirty="0"/>
          </a:p>
        </p:txBody>
      </p:sp>
      <p:sp>
        <p:nvSpPr>
          <p:cNvPr id="19" name="Picture Placeholder 18">
            <a:extLst>
              <a:ext uri="{FF2B5EF4-FFF2-40B4-BE49-F238E27FC236}">
                <a16:creationId xmlns:a16="http://schemas.microsoft.com/office/drawing/2014/main" id="{34120D15-E48C-4FBE-BB95-24DB36D9F458}"/>
              </a:ext>
            </a:extLst>
          </p:cNvPr>
          <p:cNvSpPr>
            <a:spLocks noGrp="1"/>
          </p:cNvSpPr>
          <p:nvPr>
            <p:ph type="pic" sz="quarter" idx="14" hasCustomPrompt="1"/>
          </p:nvPr>
        </p:nvSpPr>
        <p:spPr>
          <a:xfrm>
            <a:off x="1280160" y="2530058"/>
            <a:ext cx="3707972" cy="3707971"/>
          </a:xfrm>
          <a:custGeom>
            <a:avLst/>
            <a:gdLst>
              <a:gd name="connsiteX0" fmla="*/ 1853986 w 3707972"/>
              <a:gd name="connsiteY0" fmla="*/ 0 h 3707971"/>
              <a:gd name="connsiteX1" fmla="*/ 3707972 w 3707972"/>
              <a:gd name="connsiteY1" fmla="*/ 1853986 h 3707971"/>
              <a:gd name="connsiteX2" fmla="*/ 2043545 w 3707972"/>
              <a:gd name="connsiteY2" fmla="*/ 3698400 h 3707971"/>
              <a:gd name="connsiteX3" fmla="*/ 1854006 w 3707972"/>
              <a:gd name="connsiteY3" fmla="*/ 3707971 h 3707971"/>
              <a:gd name="connsiteX4" fmla="*/ 1853966 w 3707972"/>
              <a:gd name="connsiteY4" fmla="*/ 3707971 h 3707971"/>
              <a:gd name="connsiteX5" fmla="*/ 1664427 w 3707972"/>
              <a:gd name="connsiteY5" fmla="*/ 3698400 h 3707971"/>
              <a:gd name="connsiteX6" fmla="*/ 0 w 3707972"/>
              <a:gd name="connsiteY6" fmla="*/ 1853986 h 3707971"/>
              <a:gd name="connsiteX7" fmla="*/ 1853986 w 3707972"/>
              <a:gd name="connsiteY7" fmla="*/ 0 h 370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707972" h="3707971">
                <a:moveTo>
                  <a:pt x="1853986" y="0"/>
                </a:moveTo>
                <a:cubicBezTo>
                  <a:pt x="2877914" y="0"/>
                  <a:pt x="3707972" y="830058"/>
                  <a:pt x="3707972" y="1853986"/>
                </a:cubicBezTo>
                <a:cubicBezTo>
                  <a:pt x="3707972" y="2813919"/>
                  <a:pt x="2978429" y="3603458"/>
                  <a:pt x="2043545" y="3698400"/>
                </a:cubicBezTo>
                <a:lnTo>
                  <a:pt x="1854006" y="3707971"/>
                </a:lnTo>
                <a:lnTo>
                  <a:pt x="1853966" y="3707971"/>
                </a:lnTo>
                <a:lnTo>
                  <a:pt x="1664427" y="3698400"/>
                </a:lnTo>
                <a:cubicBezTo>
                  <a:pt x="729543" y="3603458"/>
                  <a:pt x="0" y="2813919"/>
                  <a:pt x="0" y="1853986"/>
                </a:cubicBezTo>
                <a:cubicBezTo>
                  <a:pt x="0" y="830058"/>
                  <a:pt x="830058" y="0"/>
                  <a:pt x="1853986" y="0"/>
                </a:cubicBezTo>
                <a:close/>
              </a:path>
            </a:pathLst>
          </a:custGeom>
        </p:spPr>
        <p:txBody>
          <a:bodyPr wrap="square" tIns="914400" anchor="t">
            <a:noAutofit/>
          </a:bodyPr>
          <a:lstStyle>
            <a:lvl1pPr algn="ctr">
              <a:buNone/>
              <a:defRPr sz="1600" b="1">
                <a:solidFill>
                  <a:schemeClr val="bg1"/>
                </a:solidFill>
              </a:defRPr>
            </a:lvl1pPr>
          </a:lstStyle>
          <a:p>
            <a:r>
              <a:rPr lang="en-US" dirty="0"/>
              <a:t>Click to add picture</a:t>
            </a:r>
          </a:p>
        </p:txBody>
      </p:sp>
      <p:sp>
        <p:nvSpPr>
          <p:cNvPr id="4" name="Text Placeholder 3">
            <a:extLst>
              <a:ext uri="{FF2B5EF4-FFF2-40B4-BE49-F238E27FC236}">
                <a16:creationId xmlns:a16="http://schemas.microsoft.com/office/drawing/2014/main" id="{94FD1B85-4BEF-C1C1-5619-B82E9E44A9F8}"/>
              </a:ext>
            </a:extLst>
          </p:cNvPr>
          <p:cNvSpPr>
            <a:spLocks noGrp="1"/>
          </p:cNvSpPr>
          <p:nvPr>
            <p:ph type="body" sz="quarter" idx="17"/>
          </p:nvPr>
        </p:nvSpPr>
        <p:spPr>
          <a:xfrm>
            <a:off x="5116548" y="3161752"/>
            <a:ext cx="5918068" cy="3144965"/>
          </a:xfrm>
        </p:spPr>
        <p:txBody>
          <a:bodyPr lIns="0" tIns="0" rIns="0" bIns="0">
            <a:normAutofit/>
          </a:bodyPr>
          <a:lstStyle>
            <a:lvl1pPr marL="0" indent="0" algn="r">
              <a:spcBef>
                <a:spcPts val="1200"/>
              </a:spcBef>
              <a:buNone/>
              <a:defRPr sz="2400">
                <a:solidFill>
                  <a:schemeClr val="bg1"/>
                </a:solidFill>
              </a:defRPr>
            </a:lvl1pPr>
            <a:lvl2pPr marL="457200" indent="0" algn="r">
              <a:spcBef>
                <a:spcPts val="1200"/>
              </a:spcBef>
              <a:buNone/>
              <a:defRPr sz="2400">
                <a:solidFill>
                  <a:schemeClr val="bg1"/>
                </a:solidFill>
              </a:defRPr>
            </a:lvl2pPr>
            <a:lvl3pPr marL="914400" indent="0" algn="r">
              <a:spcBef>
                <a:spcPts val="1200"/>
              </a:spcBef>
              <a:buNone/>
              <a:defRPr sz="2400">
                <a:solidFill>
                  <a:schemeClr val="bg1"/>
                </a:solidFill>
              </a:defRPr>
            </a:lvl3pPr>
            <a:lvl4pPr marL="1371600" indent="0" algn="r">
              <a:spcBef>
                <a:spcPts val="1200"/>
              </a:spcBef>
              <a:buNone/>
              <a:defRPr sz="2400">
                <a:solidFill>
                  <a:schemeClr val="bg1"/>
                </a:solidFill>
              </a:defRPr>
            </a:lvl4pPr>
            <a:lvl5pPr marL="1828800" indent="0" algn="r">
              <a:buNone/>
              <a:defRPr sz="180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p:txBody>
      </p:sp>
      <p:cxnSp>
        <p:nvCxnSpPr>
          <p:cNvPr id="14" name="Straight Connector 13">
            <a:extLst>
              <a:ext uri="{FF2B5EF4-FFF2-40B4-BE49-F238E27FC236}">
                <a16:creationId xmlns:a16="http://schemas.microsoft.com/office/drawing/2014/main" id="{13AE7F8D-AE68-4A83-BAB5-3A97D473CE3C}"/>
              </a:ext>
              <a:ext uri="{C183D7F6-B498-43B3-948B-1728B52AA6E4}">
                <adec:decorative xmlns:adec="http://schemas.microsoft.com/office/drawing/2017/decorative" val="1"/>
              </a:ext>
            </a:extLst>
          </p:cNvPr>
          <p:cNvCxnSpPr>
            <a:cxnSpLocks/>
          </p:cNvCxnSpPr>
          <p:nvPr userDrawn="1"/>
        </p:nvCxnSpPr>
        <p:spPr>
          <a:xfrm>
            <a:off x="740664" y="1371600"/>
            <a:ext cx="0" cy="548640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
        <p:nvSpPr>
          <p:cNvPr id="11" name="Graphic 12">
            <a:extLst>
              <a:ext uri="{FF2B5EF4-FFF2-40B4-BE49-F238E27FC236}">
                <a16:creationId xmlns:a16="http://schemas.microsoft.com/office/drawing/2014/main" id="{EA1B6985-3E5A-40F4-9268-D4AB3BBF8C91}"/>
              </a:ext>
              <a:ext uri="{C183D7F6-B498-43B3-948B-1728B52AA6E4}">
                <adec:decorative xmlns:adec="http://schemas.microsoft.com/office/drawing/2017/decorative" val="1"/>
              </a:ext>
            </a:extLst>
          </p:cNvPr>
          <p:cNvSpPr/>
          <p:nvPr userDrawn="1"/>
        </p:nvSpPr>
        <p:spPr>
          <a:xfrm>
            <a:off x="4745394" y="276027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13" name="Graphic 13">
            <a:extLst>
              <a:ext uri="{FF2B5EF4-FFF2-40B4-BE49-F238E27FC236}">
                <a16:creationId xmlns:a16="http://schemas.microsoft.com/office/drawing/2014/main" id="{338BC906-9D03-4280-85E8-21A81BC21D73}"/>
              </a:ext>
              <a:ext uri="{C183D7F6-B498-43B3-948B-1728B52AA6E4}">
                <adec:decorative xmlns:adec="http://schemas.microsoft.com/office/drawing/2017/decorative" val="1"/>
              </a:ext>
            </a:extLst>
          </p:cNvPr>
          <p:cNvSpPr/>
          <p:nvPr userDrawn="1"/>
        </p:nvSpPr>
        <p:spPr>
          <a:xfrm>
            <a:off x="4386614" y="2530982"/>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bg1"/>
          </a:solidFill>
          <a:ln w="603" cap="flat">
            <a:noFill/>
            <a:prstDash val="solid"/>
            <a:miter/>
          </a:ln>
        </p:spPr>
        <p:txBody>
          <a:bodyPr rtlCol="0" anchor="ctr"/>
          <a:lstStyle/>
          <a:p>
            <a:endParaRPr lang="en-US" dirty="0"/>
          </a:p>
        </p:txBody>
      </p:sp>
      <p:sp>
        <p:nvSpPr>
          <p:cNvPr id="17" name="Graphic 15">
            <a:extLst>
              <a:ext uri="{FF2B5EF4-FFF2-40B4-BE49-F238E27FC236}">
                <a16:creationId xmlns:a16="http://schemas.microsoft.com/office/drawing/2014/main" id="{C5C06D53-C9F6-47E8-BFE1-B8193A1AED8B}"/>
              </a:ext>
              <a:ext uri="{C183D7F6-B498-43B3-948B-1728B52AA6E4}">
                <adec:decorative xmlns:adec="http://schemas.microsoft.com/office/drawing/2017/decorative" val="1"/>
              </a:ext>
            </a:extLst>
          </p:cNvPr>
          <p:cNvSpPr/>
          <p:nvPr userDrawn="1"/>
        </p:nvSpPr>
        <p:spPr>
          <a:xfrm>
            <a:off x="1652402" y="6031572"/>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bg1"/>
          </a:solidFill>
          <a:ln w="610" cap="flat">
            <a:noFill/>
            <a:prstDash val="solid"/>
            <a:miter/>
          </a:ln>
        </p:spPr>
        <p:txBody>
          <a:bodyPr rtlCol="0" anchor="ctr"/>
          <a:lstStyle/>
          <a:p>
            <a:endParaRPr lang="en-US" dirty="0"/>
          </a:p>
        </p:txBody>
      </p:sp>
      <p:sp>
        <p:nvSpPr>
          <p:cNvPr id="7" name="Footer Placeholder 6">
            <a:extLst>
              <a:ext uri="{FF2B5EF4-FFF2-40B4-BE49-F238E27FC236}">
                <a16:creationId xmlns:a16="http://schemas.microsoft.com/office/drawing/2014/main" id="{CE9872E9-2F0D-2FEB-0974-F0BBBC5E0331}"/>
              </a:ext>
            </a:extLst>
          </p:cNvPr>
          <p:cNvSpPr>
            <a:spLocks noGrp="1"/>
          </p:cNvSpPr>
          <p:nvPr>
            <p:ph type="ftr" sz="quarter" idx="19"/>
          </p:nvPr>
        </p:nvSpPr>
        <p:spPr>
          <a:xfrm>
            <a:off x="7238999" y="6356350"/>
            <a:ext cx="3795615" cy="365125"/>
          </a:xfrm>
        </p:spPr>
        <p:txBody>
          <a:bodyPr/>
          <a:lstStyle>
            <a:lvl1pPr>
              <a:defRPr>
                <a:solidFill>
                  <a:schemeClr val="bg1"/>
                </a:solidFill>
              </a:defRPr>
            </a:lvl1pPr>
          </a:lstStyle>
          <a:p>
            <a:endParaRPr lang="en-US" dirty="0"/>
          </a:p>
        </p:txBody>
      </p:sp>
    </p:spTree>
    <p:extLst>
      <p:ext uri="{BB962C8B-B14F-4D97-AF65-F5344CB8AC3E}">
        <p14:creationId xmlns:p14="http://schemas.microsoft.com/office/powerpoint/2010/main" val="24907687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Picture">
    <p:bg>
      <p:bgPr>
        <a:gradFill>
          <a:gsLst>
            <a:gs pos="100000">
              <a:schemeClr val="accent4"/>
            </a:gs>
            <a:gs pos="0">
              <a:schemeClr val="accent2"/>
            </a:gs>
          </a:gsLst>
          <a:lin ang="189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280159" y="3386775"/>
            <a:ext cx="8311102" cy="3080335"/>
          </a:xfrm>
        </p:spPr>
        <p:txBody>
          <a:bodyPr lIns="0" tIns="274320" rIns="0" bIns="0" anchor="t" anchorCtr="0"/>
          <a:lstStyle>
            <a:lvl1pPr algn="l">
              <a:lnSpc>
                <a:spcPts val="5400"/>
              </a:lnSpc>
              <a:defRPr sz="5400" b="1" i="0" cap="all" spc="0" baseline="0">
                <a:solidFill>
                  <a:schemeClr val="bg1"/>
                </a:solidFill>
              </a:defRPr>
            </a:lvl1pPr>
          </a:lstStyle>
          <a:p>
            <a:r>
              <a:rPr lang="en-US"/>
              <a:t>Click to edit Master title style</a:t>
            </a:r>
            <a:endParaRPr lang="en-US" dirty="0"/>
          </a:p>
        </p:txBody>
      </p:sp>
      <p:cxnSp>
        <p:nvCxnSpPr>
          <p:cNvPr id="9" name="Straight Connector 8">
            <a:extLst>
              <a:ext uri="{FF2B5EF4-FFF2-40B4-BE49-F238E27FC236}">
                <a16:creationId xmlns:a16="http://schemas.microsoft.com/office/drawing/2014/main" id="{8E825845-66DD-4B77-A729-CD97D156FE6C}"/>
              </a:ext>
              <a:ext uri="{C183D7F6-B498-43B3-948B-1728B52AA6E4}">
                <adec:decorative xmlns:adec="http://schemas.microsoft.com/office/drawing/2017/decorative" val="1"/>
              </a:ext>
            </a:extLst>
          </p:cNvPr>
          <p:cNvCxnSpPr>
            <a:cxnSpLocks/>
          </p:cNvCxnSpPr>
          <p:nvPr userDrawn="1"/>
        </p:nvCxnSpPr>
        <p:spPr>
          <a:xfrm>
            <a:off x="1280160" y="0"/>
            <a:ext cx="0" cy="335280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22749162-63A5-5BF9-895E-B0577A6C47E0}"/>
              </a:ext>
              <a:ext uri="{C183D7F6-B498-43B3-948B-1728B52AA6E4}">
                <adec:decorative xmlns:adec="http://schemas.microsoft.com/office/drawing/2017/decorative" val="1"/>
              </a:ext>
            </a:extLst>
          </p:cNvPr>
          <p:cNvGrpSpPr/>
          <p:nvPr userDrawn="1"/>
        </p:nvGrpSpPr>
        <p:grpSpPr>
          <a:xfrm rot="19670435">
            <a:off x="7632743" y="794953"/>
            <a:ext cx="465456" cy="581432"/>
            <a:chOff x="7843462" y="2744546"/>
            <a:chExt cx="465456" cy="581432"/>
          </a:xfrm>
        </p:grpSpPr>
        <p:sp>
          <p:nvSpPr>
            <p:cNvPr id="19" name="Graphic 12">
              <a:extLst>
                <a:ext uri="{FF2B5EF4-FFF2-40B4-BE49-F238E27FC236}">
                  <a16:creationId xmlns:a16="http://schemas.microsoft.com/office/drawing/2014/main" id="{818B4386-1FCF-4ACE-BE25-AF9CC5E2256F}"/>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21" name="Graphic 13">
              <a:extLst>
                <a:ext uri="{FF2B5EF4-FFF2-40B4-BE49-F238E27FC236}">
                  <a16:creationId xmlns:a16="http://schemas.microsoft.com/office/drawing/2014/main" id="{19319560-50ED-4963-A2CF-74663239D426}"/>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23" name="Graphic 15">
              <a:extLst>
                <a:ext uri="{FF2B5EF4-FFF2-40B4-BE49-F238E27FC236}">
                  <a16:creationId xmlns:a16="http://schemas.microsoft.com/office/drawing/2014/main" id="{E5ABBDAD-943D-48F3-9C80-B29C48966C79}"/>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sp>
        <p:nvSpPr>
          <p:cNvPr id="3" name="Picture Placeholder 14">
            <a:extLst>
              <a:ext uri="{FF2B5EF4-FFF2-40B4-BE49-F238E27FC236}">
                <a16:creationId xmlns:a16="http://schemas.microsoft.com/office/drawing/2014/main" id="{01D87F51-D69B-9038-0566-4FDC355AB6F0}"/>
              </a:ext>
            </a:extLst>
          </p:cNvPr>
          <p:cNvSpPr>
            <a:spLocks noGrp="1"/>
          </p:cNvSpPr>
          <p:nvPr>
            <p:ph type="pic" sz="quarter" idx="13" hasCustomPrompt="1"/>
          </p:nvPr>
        </p:nvSpPr>
        <p:spPr>
          <a:xfrm>
            <a:off x="8197587" y="411831"/>
            <a:ext cx="3521337" cy="3521344"/>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anchor="t" anchorCtr="0">
            <a:noAutofit/>
          </a:bodyPr>
          <a:lstStyle>
            <a:lvl1pPr algn="ctr">
              <a:buNone/>
              <a:defRPr sz="1800">
                <a:solidFill>
                  <a:schemeClr val="bg1"/>
                </a:solidFill>
              </a:defRPr>
            </a:lvl1pPr>
          </a:lstStyle>
          <a:p>
            <a:r>
              <a:rPr lang="en-US" dirty="0"/>
              <a:t>Click to add picture</a:t>
            </a:r>
          </a:p>
        </p:txBody>
      </p:sp>
    </p:spTree>
    <p:extLst>
      <p:ext uri="{BB962C8B-B14F-4D97-AF65-F5344CB8AC3E}">
        <p14:creationId xmlns:p14="http://schemas.microsoft.com/office/powerpoint/2010/main" val="19512396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 Subtitle + Picture">
    <p:bg>
      <p:bgPr>
        <a:gradFill>
          <a:gsLst>
            <a:gs pos="100000">
              <a:schemeClr val="accent4"/>
            </a:gs>
            <a:gs pos="0">
              <a:schemeClr val="accent2"/>
            </a:gs>
          </a:gsLst>
          <a:lin ang="27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hasCustomPrompt="1"/>
          </p:nvPr>
        </p:nvSpPr>
        <p:spPr>
          <a:xfrm>
            <a:off x="1280159" y="640080"/>
            <a:ext cx="10302240" cy="1852046"/>
          </a:xfrm>
        </p:spPr>
        <p:txBody>
          <a:bodyPr lIns="0" tIns="0" rIns="0" bIns="0" anchor="b"/>
          <a:lstStyle>
            <a:lvl1pPr algn="l">
              <a:lnSpc>
                <a:spcPts val="5400"/>
              </a:lnSpc>
              <a:defRPr sz="5400" b="1" i="0" cap="all" spc="0" baseline="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hasCustomPrompt="1"/>
          </p:nvPr>
        </p:nvSpPr>
        <p:spPr>
          <a:xfrm>
            <a:off x="1280158" y="2588447"/>
            <a:ext cx="7853678" cy="726645"/>
          </a:xfrm>
        </p:spPr>
        <p:txBody>
          <a:bodyPr lIns="0" tIns="0" rIns="0" bIns="0" anchor="t" anchorCtr="0">
            <a:norm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cxnSp>
        <p:nvCxnSpPr>
          <p:cNvPr id="9" name="Straight Connector 8">
            <a:extLst>
              <a:ext uri="{FF2B5EF4-FFF2-40B4-BE49-F238E27FC236}">
                <a16:creationId xmlns:a16="http://schemas.microsoft.com/office/drawing/2014/main" id="{8E825845-66DD-4B77-A729-CD97D156FE6C}"/>
              </a:ext>
              <a:ext uri="{C183D7F6-B498-43B3-948B-1728B52AA6E4}">
                <adec:decorative xmlns:adec="http://schemas.microsoft.com/office/drawing/2017/decorative" val="1"/>
              </a:ext>
            </a:extLst>
          </p:cNvPr>
          <p:cNvCxnSpPr>
            <a:cxnSpLocks/>
          </p:cNvCxnSpPr>
          <p:nvPr userDrawn="1"/>
        </p:nvCxnSpPr>
        <p:spPr>
          <a:xfrm>
            <a:off x="1280160" y="3496322"/>
            <a:ext cx="0" cy="335280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grpSp>
        <p:nvGrpSpPr>
          <p:cNvPr id="4" name="Group 3">
            <a:extLst>
              <a:ext uri="{FF2B5EF4-FFF2-40B4-BE49-F238E27FC236}">
                <a16:creationId xmlns:a16="http://schemas.microsoft.com/office/drawing/2014/main" id="{22749162-63A5-5BF9-895E-B0577A6C47E0}"/>
              </a:ext>
              <a:ext uri="{C183D7F6-B498-43B3-948B-1728B52AA6E4}">
                <adec:decorative xmlns:adec="http://schemas.microsoft.com/office/drawing/2017/decorative" val="1"/>
              </a:ext>
            </a:extLst>
          </p:cNvPr>
          <p:cNvGrpSpPr/>
          <p:nvPr userDrawn="1"/>
        </p:nvGrpSpPr>
        <p:grpSpPr>
          <a:xfrm flipH="1">
            <a:off x="7659974" y="4456458"/>
            <a:ext cx="465456" cy="581432"/>
            <a:chOff x="7843462" y="2744546"/>
            <a:chExt cx="465456" cy="581432"/>
          </a:xfrm>
        </p:grpSpPr>
        <p:sp>
          <p:nvSpPr>
            <p:cNvPr id="19" name="Graphic 12">
              <a:extLst>
                <a:ext uri="{FF2B5EF4-FFF2-40B4-BE49-F238E27FC236}">
                  <a16:creationId xmlns:a16="http://schemas.microsoft.com/office/drawing/2014/main" id="{818B4386-1FCF-4ACE-BE25-AF9CC5E2256F}"/>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21" name="Graphic 13">
              <a:extLst>
                <a:ext uri="{FF2B5EF4-FFF2-40B4-BE49-F238E27FC236}">
                  <a16:creationId xmlns:a16="http://schemas.microsoft.com/office/drawing/2014/main" id="{19319560-50ED-4963-A2CF-74663239D426}"/>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23" name="Graphic 15">
              <a:extLst>
                <a:ext uri="{FF2B5EF4-FFF2-40B4-BE49-F238E27FC236}">
                  <a16:creationId xmlns:a16="http://schemas.microsoft.com/office/drawing/2014/main" id="{E5ABBDAD-943D-48F3-9C80-B29C48966C79}"/>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sp>
        <p:nvSpPr>
          <p:cNvPr id="5" name="Picture Placeholder 14">
            <a:extLst>
              <a:ext uri="{FF2B5EF4-FFF2-40B4-BE49-F238E27FC236}">
                <a16:creationId xmlns:a16="http://schemas.microsoft.com/office/drawing/2014/main" id="{5DDB7824-50BA-B12F-AD49-CA8953CA3A0E}"/>
              </a:ext>
            </a:extLst>
          </p:cNvPr>
          <p:cNvSpPr>
            <a:spLocks noGrp="1"/>
          </p:cNvSpPr>
          <p:nvPr>
            <p:ph type="pic" sz="quarter" idx="13" hasCustomPrompt="1"/>
          </p:nvPr>
        </p:nvSpPr>
        <p:spPr>
          <a:xfrm>
            <a:off x="8536252" y="3205313"/>
            <a:ext cx="3043077" cy="3043083"/>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anchor="t" anchorCtr="0">
            <a:noAutofit/>
          </a:bodyPr>
          <a:lstStyle>
            <a:lvl1pPr algn="ctr">
              <a:buNone/>
              <a:defRPr sz="1800">
                <a:solidFill>
                  <a:schemeClr val="bg1"/>
                </a:solidFill>
              </a:defRPr>
            </a:lvl1pPr>
          </a:lstStyle>
          <a:p>
            <a:r>
              <a:rPr lang="en-US" dirty="0"/>
              <a:t>Click to add picture</a:t>
            </a:r>
          </a:p>
        </p:txBody>
      </p:sp>
    </p:spTree>
    <p:extLst>
      <p:ext uri="{BB962C8B-B14F-4D97-AF65-F5344CB8AC3E}">
        <p14:creationId xmlns:p14="http://schemas.microsoft.com/office/powerpoint/2010/main" val="6526456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imag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hasCustomPrompt="1"/>
          </p:nvPr>
        </p:nvSpPr>
        <p:spPr>
          <a:xfrm>
            <a:off x="4114800" y="640080"/>
            <a:ext cx="7498080" cy="1280160"/>
          </a:xfrm>
        </p:spPr>
        <p:txBody>
          <a:bodyPr lIns="0" tIns="0" rIns="0" bIns="0" anchor="b" anchorCtr="0"/>
          <a:lstStyle>
            <a:lvl1pPr>
              <a:defRPr sz="4000" b="1" cap="all" spc="0" baseline="0"/>
            </a:lvl1pPr>
          </a:lstStyle>
          <a:p>
            <a:r>
              <a:rPr lang="en-US" dirty="0"/>
              <a:t>Click to add title</a:t>
            </a:r>
          </a:p>
        </p:txBody>
      </p:sp>
      <p:sp>
        <p:nvSpPr>
          <p:cNvPr id="6" name="Slide Number Placeholder 5">
            <a:extLst>
              <a:ext uri="{FF2B5EF4-FFF2-40B4-BE49-F238E27FC236}">
                <a16:creationId xmlns:a16="http://schemas.microsoft.com/office/drawing/2014/main" id="{5266FD4D-815A-431C-ADEF-DE6F236F617F}"/>
              </a:ext>
            </a:extLst>
          </p:cNvPr>
          <p:cNvSpPr>
            <a:spLocks noGrp="1"/>
          </p:cNvSpPr>
          <p:nvPr>
            <p:ph type="sldNum" sz="quarter" idx="12"/>
          </p:nvPr>
        </p:nvSpPr>
        <p:spPr>
          <a:xfrm>
            <a:off x="484632" y="722376"/>
            <a:ext cx="520991" cy="517379"/>
          </a:xfrm>
        </p:spPr>
        <p:txBody>
          <a:bodyPr anchor="t" anchorCtr="0"/>
          <a:lstStyle>
            <a:lvl1pPr>
              <a:defRPr>
                <a:solidFill>
                  <a:schemeClr val="accent2"/>
                </a:solidFill>
              </a:defRPr>
            </a:lvl1pPr>
          </a:lstStyle>
          <a:p>
            <a:fld id="{D8DA9DAA-006C-4F4B-980E-E3DF019B24E2}" type="slidenum">
              <a:rPr lang="en-US" smtClean="0"/>
              <a:pPr/>
              <a:t>‹#›</a:t>
            </a:fld>
            <a:endParaRPr lang="en-US" dirty="0"/>
          </a:p>
        </p:txBody>
      </p:sp>
      <p:sp>
        <p:nvSpPr>
          <p:cNvPr id="15" name="Picture Placeholder 14">
            <a:extLst>
              <a:ext uri="{FF2B5EF4-FFF2-40B4-BE49-F238E27FC236}">
                <a16:creationId xmlns:a16="http://schemas.microsoft.com/office/drawing/2014/main" id="{E62FC6D8-DD87-4B93-8491-43C84EE63FE2}"/>
              </a:ext>
            </a:extLst>
          </p:cNvPr>
          <p:cNvSpPr>
            <a:spLocks noGrp="1"/>
          </p:cNvSpPr>
          <p:nvPr>
            <p:ph type="pic" sz="quarter" idx="13" hasCustomPrompt="1"/>
          </p:nvPr>
        </p:nvSpPr>
        <p:spPr>
          <a:xfrm>
            <a:off x="1317615" y="895646"/>
            <a:ext cx="1956925" cy="1956928"/>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 anchor="t" anchorCtr="0">
            <a:noAutofit/>
          </a:bodyPr>
          <a:lstStyle>
            <a:lvl1pPr algn="ctr">
              <a:buNone/>
              <a:defRPr sz="1800"/>
            </a:lvl1pPr>
          </a:lstStyle>
          <a:p>
            <a:r>
              <a:rPr lang="en-US" dirty="0"/>
              <a:t>Click to add picture</a:t>
            </a:r>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hasCustomPrompt="1"/>
          </p:nvPr>
        </p:nvSpPr>
        <p:spPr>
          <a:xfrm>
            <a:off x="4114800" y="2194560"/>
            <a:ext cx="7498080" cy="4023360"/>
          </a:xfrm>
        </p:spPr>
        <p:txBody>
          <a:bodyPr lIns="0" tIns="0" rIns="0" bIns="0">
            <a:noAutofit/>
          </a:bodyPr>
          <a:lstStyle>
            <a:lvl1pPr marL="0" indent="0">
              <a:lnSpc>
                <a:spcPct val="110000"/>
              </a:lnSpc>
              <a:buNone/>
              <a:defRPr sz="1800"/>
            </a:lvl1pPr>
            <a:lvl2pPr marL="228600">
              <a:defRPr sz="1600"/>
            </a:lvl2pPr>
            <a:lvl3pPr marL="457200">
              <a:defRPr sz="1400"/>
            </a:lvl3pPr>
            <a:lvl4pPr marL="685800">
              <a:defRPr sz="1200"/>
            </a:lvl4pPr>
            <a:lvl5pPr>
              <a:defRPr sz="1400"/>
            </a:lvl5pPr>
          </a:lstStyle>
          <a:p>
            <a:pPr lvl="0"/>
            <a:r>
              <a:rPr lang="en-US" dirty="0"/>
              <a:t>Click to add text</a:t>
            </a:r>
          </a:p>
          <a:p>
            <a:pPr lvl="1"/>
            <a:r>
              <a:rPr lang="en-US" dirty="0"/>
              <a:t>Second level</a:t>
            </a:r>
          </a:p>
          <a:p>
            <a:pPr lvl="2"/>
            <a:r>
              <a:rPr lang="en-US" dirty="0"/>
              <a:t>Third level</a:t>
            </a:r>
          </a:p>
          <a:p>
            <a:pPr lvl="3"/>
            <a:r>
              <a:rPr lang="en-US" dirty="0"/>
              <a:t>Fourth level</a:t>
            </a:r>
          </a:p>
        </p:txBody>
      </p:sp>
      <p:grpSp>
        <p:nvGrpSpPr>
          <p:cNvPr id="7" name="Group 6">
            <a:extLst>
              <a:ext uri="{FF2B5EF4-FFF2-40B4-BE49-F238E27FC236}">
                <a16:creationId xmlns:a16="http://schemas.microsoft.com/office/drawing/2014/main" id="{758B5E78-A531-681D-1312-F21B52D066B8}"/>
              </a:ext>
              <a:ext uri="{C183D7F6-B498-43B3-948B-1728B52AA6E4}">
                <adec:decorative xmlns:adec="http://schemas.microsoft.com/office/drawing/2017/decorative" val="1"/>
              </a:ext>
            </a:extLst>
          </p:cNvPr>
          <p:cNvGrpSpPr/>
          <p:nvPr userDrawn="1"/>
        </p:nvGrpSpPr>
        <p:grpSpPr>
          <a:xfrm>
            <a:off x="2970685" y="620661"/>
            <a:ext cx="403448" cy="381782"/>
            <a:chOff x="10969280" y="1780012"/>
            <a:chExt cx="403448" cy="381782"/>
          </a:xfrm>
        </p:grpSpPr>
        <p:sp>
          <p:nvSpPr>
            <p:cNvPr id="17" name="Graphic 10">
              <a:extLst>
                <a:ext uri="{FF2B5EF4-FFF2-40B4-BE49-F238E27FC236}">
                  <a16:creationId xmlns:a16="http://schemas.microsoft.com/office/drawing/2014/main" id="{AAD06B87-D9B2-4F94-B734-A8F039A2033F}"/>
                </a:ext>
                <a:ext uri="{C183D7F6-B498-43B3-948B-1728B52AA6E4}">
                  <adec:decorative xmlns:adec="http://schemas.microsoft.com/office/drawing/2017/decorative" val="1"/>
                </a:ext>
              </a:extLst>
            </p:cNvPr>
            <p:cNvSpPr/>
            <p:nvPr userDrawn="1"/>
          </p:nvSpPr>
          <p:spPr>
            <a:xfrm>
              <a:off x="11281590" y="2070656"/>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dirty="0"/>
            </a:p>
          </p:txBody>
        </p:sp>
        <p:sp>
          <p:nvSpPr>
            <p:cNvPr id="19" name="Graphic 11">
              <a:extLst>
                <a:ext uri="{FF2B5EF4-FFF2-40B4-BE49-F238E27FC236}">
                  <a16:creationId xmlns:a16="http://schemas.microsoft.com/office/drawing/2014/main" id="{BB13A13C-36EA-4B13-9175-C5FE95B34D33}"/>
                </a:ext>
                <a:ext uri="{C183D7F6-B498-43B3-948B-1728B52AA6E4}">
                  <adec:decorative xmlns:adec="http://schemas.microsoft.com/office/drawing/2017/decorative" val="1"/>
                </a:ext>
              </a:extLst>
            </p:cNvPr>
            <p:cNvSpPr/>
            <p:nvPr userDrawn="1"/>
          </p:nvSpPr>
          <p:spPr>
            <a:xfrm>
              <a:off x="10969280" y="1780012"/>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dirty="0"/>
            </a:p>
          </p:txBody>
        </p:sp>
      </p:grpSp>
      <p:sp>
        <p:nvSpPr>
          <p:cNvPr id="4" name="Footer Placeholder 8">
            <a:extLst>
              <a:ext uri="{FF2B5EF4-FFF2-40B4-BE49-F238E27FC236}">
                <a16:creationId xmlns:a16="http://schemas.microsoft.com/office/drawing/2014/main" id="{5189CAD3-7011-6481-11F8-05B5CB106F01}"/>
              </a:ext>
            </a:extLst>
          </p:cNvPr>
          <p:cNvSpPr>
            <a:spLocks noGrp="1"/>
          </p:cNvSpPr>
          <p:nvPr>
            <p:ph type="ftr" sz="quarter" idx="17"/>
          </p:nvPr>
        </p:nvSpPr>
        <p:spPr>
          <a:xfrm>
            <a:off x="1280160" y="6356350"/>
            <a:ext cx="4114800" cy="365125"/>
          </a:xfrm>
        </p:spPr>
        <p:txBody>
          <a:bodyPr lIns="0" rIns="91440"/>
          <a:lstStyle>
            <a:lvl1pPr algn="l">
              <a:defRPr/>
            </a:lvl1pPr>
          </a:lstStyle>
          <a:p>
            <a:endParaRPr lang="en-US" dirty="0"/>
          </a:p>
        </p:txBody>
      </p:sp>
      <p:cxnSp>
        <p:nvCxnSpPr>
          <p:cNvPr id="10" name="Straight Connector 9">
            <a:extLst>
              <a:ext uri="{FF2B5EF4-FFF2-40B4-BE49-F238E27FC236}">
                <a16:creationId xmlns:a16="http://schemas.microsoft.com/office/drawing/2014/main" id="{CB7CB27F-7A56-A747-A4D6-5627C24638D9}"/>
              </a:ext>
              <a:ext uri="{C183D7F6-B498-43B3-948B-1728B52AA6E4}">
                <adec:decorative xmlns:adec="http://schemas.microsoft.com/office/drawing/2017/decorative" val="1"/>
              </a:ext>
            </a:extLst>
          </p:cNvPr>
          <p:cNvCxnSpPr>
            <a:cxnSpLocks/>
          </p:cNvCxnSpPr>
          <p:nvPr userDrawn="1"/>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97111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 Subtitle slide">
    <p:bg>
      <p:bgPr>
        <a:gradFill>
          <a:gsLst>
            <a:gs pos="100000">
              <a:schemeClr val="accent4"/>
            </a:gs>
            <a:gs pos="0">
              <a:schemeClr val="accent2"/>
            </a:gs>
          </a:gsLst>
          <a:lin ang="180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hasCustomPrompt="1"/>
          </p:nvPr>
        </p:nvSpPr>
        <p:spPr>
          <a:xfrm>
            <a:off x="1280159" y="3383280"/>
            <a:ext cx="10302240" cy="1852046"/>
          </a:xfrm>
        </p:spPr>
        <p:txBody>
          <a:bodyPr lIns="0" tIns="274320" rIns="0" bIns="0" anchor="t" anchorCtr="0"/>
          <a:lstStyle>
            <a:lvl1pPr algn="l">
              <a:lnSpc>
                <a:spcPts val="5400"/>
              </a:lnSpc>
              <a:defRPr sz="5400" b="1" i="0" cap="all" spc="0" baseline="0">
                <a:solidFill>
                  <a:schemeClr val="bg1"/>
                </a:solidFill>
              </a:defRPr>
            </a:lvl1pPr>
          </a:lstStyle>
          <a:p>
            <a:r>
              <a:rPr lang="en-US" dirty="0"/>
              <a:t>Click to add title</a:t>
            </a:r>
          </a:p>
        </p:txBody>
      </p:sp>
      <p:sp>
        <p:nvSpPr>
          <p:cNvPr id="3" name="Subtitle 2">
            <a:extLst>
              <a:ext uri="{FF2B5EF4-FFF2-40B4-BE49-F238E27FC236}">
                <a16:creationId xmlns:a16="http://schemas.microsoft.com/office/drawing/2014/main" id="{EC80FBD9-0977-4B2B-9318-30774BB0947C}"/>
              </a:ext>
            </a:extLst>
          </p:cNvPr>
          <p:cNvSpPr>
            <a:spLocks noGrp="1"/>
          </p:cNvSpPr>
          <p:nvPr>
            <p:ph type="subTitle" idx="1" hasCustomPrompt="1"/>
          </p:nvPr>
        </p:nvSpPr>
        <p:spPr>
          <a:xfrm>
            <a:off x="1280158" y="2966886"/>
            <a:ext cx="10302237" cy="397191"/>
          </a:xfrm>
        </p:spPr>
        <p:txBody>
          <a:bodyPr lIns="0" tIns="0" rIns="0" bIns="0" anchor="b" anchorCtr="0">
            <a:normAutofit/>
          </a:bodyPr>
          <a:lstStyle>
            <a:lvl1pPr marL="0" indent="0" algn="l">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text</a:t>
            </a:r>
          </a:p>
        </p:txBody>
      </p:sp>
      <p:grpSp>
        <p:nvGrpSpPr>
          <p:cNvPr id="4" name="Group 3">
            <a:extLst>
              <a:ext uri="{FF2B5EF4-FFF2-40B4-BE49-F238E27FC236}">
                <a16:creationId xmlns:a16="http://schemas.microsoft.com/office/drawing/2014/main" id="{22749162-63A5-5BF9-895E-B0577A6C47E0}"/>
              </a:ext>
              <a:ext uri="{C183D7F6-B498-43B3-948B-1728B52AA6E4}">
                <adec:decorative xmlns:adec="http://schemas.microsoft.com/office/drawing/2017/decorative" val="1"/>
              </a:ext>
            </a:extLst>
          </p:cNvPr>
          <p:cNvGrpSpPr/>
          <p:nvPr userDrawn="1"/>
        </p:nvGrpSpPr>
        <p:grpSpPr>
          <a:xfrm>
            <a:off x="10897692" y="620298"/>
            <a:ext cx="465456" cy="581432"/>
            <a:chOff x="7843462" y="2744546"/>
            <a:chExt cx="465456" cy="581432"/>
          </a:xfrm>
        </p:grpSpPr>
        <p:sp>
          <p:nvSpPr>
            <p:cNvPr id="19" name="Graphic 12">
              <a:extLst>
                <a:ext uri="{FF2B5EF4-FFF2-40B4-BE49-F238E27FC236}">
                  <a16:creationId xmlns:a16="http://schemas.microsoft.com/office/drawing/2014/main" id="{818B4386-1FCF-4ACE-BE25-AF9CC5E2256F}"/>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21" name="Graphic 13">
              <a:extLst>
                <a:ext uri="{FF2B5EF4-FFF2-40B4-BE49-F238E27FC236}">
                  <a16:creationId xmlns:a16="http://schemas.microsoft.com/office/drawing/2014/main" id="{19319560-50ED-4963-A2CF-74663239D426}"/>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23" name="Graphic 15">
              <a:extLst>
                <a:ext uri="{FF2B5EF4-FFF2-40B4-BE49-F238E27FC236}">
                  <a16:creationId xmlns:a16="http://schemas.microsoft.com/office/drawing/2014/main" id="{E5ABBDAD-943D-48F3-9C80-B29C48966C79}"/>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cxnSp>
        <p:nvCxnSpPr>
          <p:cNvPr id="5" name="Straight Connector 4">
            <a:extLst>
              <a:ext uri="{FF2B5EF4-FFF2-40B4-BE49-F238E27FC236}">
                <a16:creationId xmlns:a16="http://schemas.microsoft.com/office/drawing/2014/main" id="{57912362-D30D-7B0B-BA94-0993B1EBC4E4}"/>
              </a:ext>
              <a:ext uri="{C183D7F6-B498-43B3-948B-1728B52AA6E4}">
                <adec:decorative xmlns:adec="http://schemas.microsoft.com/office/drawing/2017/decorative" val="1"/>
              </a:ext>
            </a:extLst>
          </p:cNvPr>
          <p:cNvCxnSpPr>
            <a:cxnSpLocks/>
          </p:cNvCxnSpPr>
          <p:nvPr userDrawn="1"/>
        </p:nvCxnSpPr>
        <p:spPr>
          <a:xfrm>
            <a:off x="1280160" y="0"/>
            <a:ext cx="0" cy="2775857"/>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776449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7AE-3B3B-4261-B912-BF9EB9A58C36}"/>
              </a:ext>
            </a:extLst>
          </p:cNvPr>
          <p:cNvSpPr>
            <a:spLocks noGrp="1"/>
          </p:cNvSpPr>
          <p:nvPr>
            <p:ph type="title" hasCustomPrompt="1"/>
          </p:nvPr>
        </p:nvSpPr>
        <p:spPr>
          <a:xfrm>
            <a:off x="1280160" y="685800"/>
            <a:ext cx="9137012" cy="1280160"/>
          </a:xfrm>
        </p:spPr>
        <p:txBody>
          <a:bodyPr lIns="0" tIns="0" rIns="0" bIns="0"/>
          <a:lstStyle>
            <a:lvl1pPr>
              <a:defRPr sz="4000" b="1" cap="all" spc="0" baseline="0"/>
            </a:lvl1pPr>
          </a:lstStyle>
          <a:p>
            <a:r>
              <a:rPr lang="en-US" dirty="0"/>
              <a:t>Click to add title</a:t>
            </a:r>
          </a:p>
        </p:txBody>
      </p:sp>
      <p:sp>
        <p:nvSpPr>
          <p:cNvPr id="15" name="Slide Number Placeholder 14">
            <a:extLst>
              <a:ext uri="{FF2B5EF4-FFF2-40B4-BE49-F238E27FC236}">
                <a16:creationId xmlns:a16="http://schemas.microsoft.com/office/drawing/2014/main" id="{0F91A5DB-A2CA-1D70-9A06-3869A288C924}"/>
              </a:ext>
            </a:extLst>
          </p:cNvPr>
          <p:cNvSpPr>
            <a:spLocks noGrp="1"/>
          </p:cNvSpPr>
          <p:nvPr>
            <p:ph type="sldNum" sz="quarter" idx="12"/>
          </p:nvPr>
        </p:nvSpPr>
        <p:spPr/>
        <p:txBody>
          <a:bodyPr/>
          <a:lstStyle/>
          <a:p>
            <a:fld id="{D8DA9DAA-006C-4F4B-980E-E3DF019B24E2}" type="slidenum">
              <a:rPr lang="en-US" smtClean="0"/>
              <a:pPr/>
              <a:t>‹#›</a:t>
            </a:fld>
            <a:endParaRPr lang="en-US" dirty="0"/>
          </a:p>
        </p:txBody>
      </p:sp>
      <p:sp>
        <p:nvSpPr>
          <p:cNvPr id="4" name="Content Placeholder 3">
            <a:extLst>
              <a:ext uri="{FF2B5EF4-FFF2-40B4-BE49-F238E27FC236}">
                <a16:creationId xmlns:a16="http://schemas.microsoft.com/office/drawing/2014/main" id="{8DE39CA1-2B6D-427E-9688-9093D5865CB7}"/>
              </a:ext>
            </a:extLst>
          </p:cNvPr>
          <p:cNvSpPr>
            <a:spLocks noGrp="1"/>
          </p:cNvSpPr>
          <p:nvPr>
            <p:ph sz="half" idx="2" hasCustomPrompt="1"/>
          </p:nvPr>
        </p:nvSpPr>
        <p:spPr>
          <a:xfrm>
            <a:off x="1280160" y="2327440"/>
            <a:ext cx="4846320" cy="4040574"/>
          </a:xfrm>
        </p:spPr>
        <p:txBody>
          <a:bodyPr lIns="0" tIns="0" rIns="0" bIns="0">
            <a:normAutofit/>
          </a:bodyPr>
          <a:lstStyle>
            <a:lvl1pPr marL="0" indent="0">
              <a:spcAft>
                <a:spcPts val="0"/>
              </a:spcAft>
              <a:buNone/>
              <a:defRPr sz="1800"/>
            </a:lvl1pPr>
            <a:lvl2pPr marL="228600">
              <a:spcBef>
                <a:spcPts val="1200"/>
              </a:spcBef>
              <a:defRPr sz="1800"/>
            </a:lvl2pPr>
            <a:lvl3pPr marL="685800">
              <a:spcBef>
                <a:spcPts val="1200"/>
              </a:spcBef>
              <a:defRPr sz="1800"/>
            </a:lvl3pPr>
            <a:lvl4pPr marL="1143000">
              <a:spcBef>
                <a:spcPts val="1200"/>
              </a:spcBef>
              <a:defRPr sz="1800"/>
            </a:lvl4pPr>
            <a:lvl5pPr marL="1600200">
              <a:spcBef>
                <a:spcPts val="12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hasCustomPrompt="1"/>
          </p:nvPr>
        </p:nvSpPr>
        <p:spPr>
          <a:xfrm>
            <a:off x="6723402" y="2327441"/>
            <a:ext cx="4846320" cy="4040574"/>
          </a:xfrm>
        </p:spPr>
        <p:txBody>
          <a:bodyPr lIns="0" tIns="0" rIns="0" bIns="0">
            <a:normAutofit/>
          </a:bodyPr>
          <a:lstStyle>
            <a:lvl1pPr marL="0" indent="0">
              <a:spcAft>
                <a:spcPts val="0"/>
              </a:spcAft>
              <a:buNone/>
              <a:defRPr sz="1800"/>
            </a:lvl1pPr>
            <a:lvl2pPr marL="228600">
              <a:spcBef>
                <a:spcPts val="1200"/>
              </a:spcBef>
              <a:defRPr sz="1800"/>
            </a:lvl2pPr>
            <a:lvl3pPr marL="685800">
              <a:spcBef>
                <a:spcPts val="1200"/>
              </a:spcBef>
              <a:defRPr sz="1800"/>
            </a:lvl3pPr>
            <a:lvl4pPr marL="1143000">
              <a:spcBef>
                <a:spcPts val="1200"/>
              </a:spcBef>
              <a:defRPr sz="1800"/>
            </a:lvl4pPr>
            <a:lvl5pPr marL="1600200">
              <a:spcBef>
                <a:spcPts val="12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10" name="Straight Connector 9">
            <a:extLst>
              <a:ext uri="{FF2B5EF4-FFF2-40B4-BE49-F238E27FC236}">
                <a16:creationId xmlns:a16="http://schemas.microsoft.com/office/drawing/2014/main" id="{160F34ED-DA60-4CC2-B735-B0EC5D9FEA35}"/>
              </a:ext>
              <a:ext uri="{C183D7F6-B498-43B3-948B-1728B52AA6E4}">
                <adec:decorative xmlns:adec="http://schemas.microsoft.com/office/drawing/2017/decorative" val="1"/>
              </a:ext>
            </a:extLst>
          </p:cNvPr>
          <p:cNvCxnSpPr>
            <a:cxnSpLocks/>
          </p:cNvCxnSpPr>
          <p:nvPr/>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12" name="Graphic 15">
            <a:extLst>
              <a:ext uri="{FF2B5EF4-FFF2-40B4-BE49-F238E27FC236}">
                <a16:creationId xmlns:a16="http://schemas.microsoft.com/office/drawing/2014/main" id="{A9475260-301F-4744-B1DA-7B00F6FB4342}"/>
              </a:ext>
              <a:ext uri="{C183D7F6-B498-43B3-948B-1728B52AA6E4}">
                <adec:decorative xmlns:adec="http://schemas.microsoft.com/office/drawing/2017/decorative" val="1"/>
              </a:ext>
            </a:extLst>
          </p:cNvPr>
          <p:cNvSpPr/>
          <p:nvPr userDrawn="1"/>
        </p:nvSpPr>
        <p:spPr>
          <a:xfrm>
            <a:off x="10508317" y="492206"/>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dirty="0"/>
          </a:p>
        </p:txBody>
      </p:sp>
      <p:sp>
        <p:nvSpPr>
          <p:cNvPr id="14" name="Graphic 16">
            <a:extLst>
              <a:ext uri="{FF2B5EF4-FFF2-40B4-BE49-F238E27FC236}">
                <a16:creationId xmlns:a16="http://schemas.microsoft.com/office/drawing/2014/main" id="{9BBD3F4B-0836-48C5-AC68-747456D1DD50}"/>
              </a:ext>
              <a:ext uri="{C183D7F6-B498-43B3-948B-1728B52AA6E4}">
                <adec:decorative xmlns:adec="http://schemas.microsoft.com/office/drawing/2017/decorative" val="1"/>
              </a:ext>
            </a:extLst>
          </p:cNvPr>
          <p:cNvSpPr/>
          <p:nvPr userDrawn="1"/>
        </p:nvSpPr>
        <p:spPr>
          <a:xfrm>
            <a:off x="11477944" y="105558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dirty="0"/>
          </a:p>
        </p:txBody>
      </p:sp>
      <p:sp>
        <p:nvSpPr>
          <p:cNvPr id="16" name="Graphic 14">
            <a:extLst>
              <a:ext uri="{FF2B5EF4-FFF2-40B4-BE49-F238E27FC236}">
                <a16:creationId xmlns:a16="http://schemas.microsoft.com/office/drawing/2014/main" id="{9B4398D5-99F4-4F83-AA77-9B4177648CAF}"/>
              </a:ext>
              <a:ext uri="{C183D7F6-B498-43B3-948B-1728B52AA6E4}">
                <adec:decorative xmlns:adec="http://schemas.microsoft.com/office/drawing/2017/decorative" val="1"/>
              </a:ext>
            </a:extLst>
          </p:cNvPr>
          <p:cNvSpPr/>
          <p:nvPr userDrawn="1"/>
        </p:nvSpPr>
        <p:spPr>
          <a:xfrm>
            <a:off x="11241555" y="44663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dirty="0"/>
          </a:p>
        </p:txBody>
      </p:sp>
      <p:sp>
        <p:nvSpPr>
          <p:cNvPr id="13" name="Footer Placeholder 12">
            <a:extLst>
              <a:ext uri="{FF2B5EF4-FFF2-40B4-BE49-F238E27FC236}">
                <a16:creationId xmlns:a16="http://schemas.microsoft.com/office/drawing/2014/main" id="{6D6A69CF-70D6-AB12-CD8B-FD75B7EE1420}"/>
              </a:ext>
            </a:extLst>
          </p:cNvPr>
          <p:cNvSpPr>
            <a:spLocks noGrp="1"/>
          </p:cNvSpPr>
          <p:nvPr>
            <p:ph type="ftr" sz="quarter" idx="11"/>
          </p:nvPr>
        </p:nvSpPr>
        <p:spPr>
          <a:xfrm>
            <a:off x="1280160" y="6356350"/>
            <a:ext cx="4114800" cy="365125"/>
          </a:xfrm>
        </p:spPr>
        <p:txBody>
          <a:bodyPr/>
          <a:lstStyle>
            <a:lvl1pPr algn="l">
              <a:defRPr/>
            </a:lvl1pPr>
          </a:lstStyle>
          <a:p>
            <a:endParaRPr lang="en-US" dirty="0"/>
          </a:p>
        </p:txBody>
      </p:sp>
    </p:spTree>
    <p:extLst>
      <p:ext uri="{BB962C8B-B14F-4D97-AF65-F5344CB8AC3E}">
        <p14:creationId xmlns:p14="http://schemas.microsoft.com/office/powerpoint/2010/main" val="9375955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mparison 2">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9EFE408-BFE1-16DC-F7C6-47F55C171AC6}"/>
              </a:ext>
              <a:ext uri="{C183D7F6-B498-43B3-948B-1728B52AA6E4}">
                <adec:decorative xmlns:adec="http://schemas.microsoft.com/office/drawing/2017/decorative" val="1"/>
              </a:ext>
            </a:extLst>
          </p:cNvPr>
          <p:cNvSpPr/>
          <p:nvPr userDrawn="1"/>
        </p:nvSpPr>
        <p:spPr>
          <a:xfrm>
            <a:off x="6412992" y="0"/>
            <a:ext cx="5779008" cy="6858000"/>
          </a:xfrm>
          <a:prstGeom prst="rect">
            <a:avLst/>
          </a:prstGeom>
          <a:gradFill flip="none" rotWithShape="1">
            <a:gsLst>
              <a:gs pos="100000">
                <a:schemeClr val="accent4"/>
              </a:gs>
              <a:gs pos="0">
                <a:schemeClr val="accent2"/>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5F057AE-3B3B-4261-B912-BF9EB9A58C36}"/>
              </a:ext>
            </a:extLst>
          </p:cNvPr>
          <p:cNvSpPr>
            <a:spLocks noGrp="1"/>
          </p:cNvSpPr>
          <p:nvPr>
            <p:ph type="title"/>
          </p:nvPr>
        </p:nvSpPr>
        <p:spPr>
          <a:xfrm>
            <a:off x="6915572" y="685800"/>
            <a:ext cx="4754880" cy="5670550"/>
          </a:xfrm>
        </p:spPr>
        <p:txBody>
          <a:bodyPr lIns="0" tIns="0" rIns="0" bIns="0" anchor="ctr" anchorCtr="0"/>
          <a:lstStyle>
            <a:lvl1pPr algn="l">
              <a:defRPr sz="4000" b="1" cap="all" spc="0" baseline="0">
                <a:solidFill>
                  <a:schemeClr val="bg1"/>
                </a:solidFill>
              </a:defRPr>
            </a:lvl1pPr>
          </a:lstStyle>
          <a:p>
            <a:r>
              <a:rPr lang="en-US"/>
              <a:t>Click to edit Master title style</a:t>
            </a:r>
            <a:endParaRPr lang="en-US" dirty="0"/>
          </a:p>
        </p:txBody>
      </p:sp>
      <p:sp>
        <p:nvSpPr>
          <p:cNvPr id="22" name="Slide Number Placeholder 21">
            <a:extLst>
              <a:ext uri="{FF2B5EF4-FFF2-40B4-BE49-F238E27FC236}">
                <a16:creationId xmlns:a16="http://schemas.microsoft.com/office/drawing/2014/main" id="{4C0ED5DD-6381-0FFD-7B45-D21179A390B5}"/>
              </a:ext>
            </a:extLst>
          </p:cNvPr>
          <p:cNvSpPr>
            <a:spLocks noGrp="1"/>
          </p:cNvSpPr>
          <p:nvPr>
            <p:ph type="sldNum" sz="quarter" idx="12"/>
          </p:nvPr>
        </p:nvSpPr>
        <p:spPr/>
        <p:txBody>
          <a:bodyPr/>
          <a:lstStyle/>
          <a:p>
            <a:fld id="{D8DA9DAA-006C-4F4B-980E-E3DF019B24E2}" type="slidenum">
              <a:rPr lang="en-US" smtClean="0"/>
              <a:pPr/>
              <a:t>‹#›</a:t>
            </a:fld>
            <a:endParaRPr lang="en-US" dirty="0"/>
          </a:p>
        </p:txBody>
      </p:sp>
      <p:sp>
        <p:nvSpPr>
          <p:cNvPr id="4" name="Content Placeholder 5">
            <a:extLst>
              <a:ext uri="{FF2B5EF4-FFF2-40B4-BE49-F238E27FC236}">
                <a16:creationId xmlns:a16="http://schemas.microsoft.com/office/drawing/2014/main" id="{F042E432-AE48-385B-DEA1-32129394CE76}"/>
              </a:ext>
            </a:extLst>
          </p:cNvPr>
          <p:cNvSpPr>
            <a:spLocks noGrp="1"/>
          </p:cNvSpPr>
          <p:nvPr>
            <p:ph sz="quarter" idx="15" hasCustomPrompt="1"/>
          </p:nvPr>
        </p:nvSpPr>
        <p:spPr>
          <a:xfrm>
            <a:off x="1279526" y="1533524"/>
            <a:ext cx="4663440" cy="1895475"/>
          </a:xfrm>
        </p:spPr>
        <p:txBody>
          <a:bodyPr lIns="0" tIns="0" rIns="0" bIns="0" anchor="t" anchorCtr="0">
            <a:noAutofit/>
          </a:bodyPr>
          <a:lstStyle>
            <a:lvl1pPr marL="342900" indent="-512064">
              <a:spcBef>
                <a:spcPts val="1000"/>
              </a:spcBef>
              <a:buFont typeface="+mj-lt"/>
              <a:buAutoNum type="arabicPeriod"/>
              <a:defRPr sz="1800"/>
            </a:lvl1pPr>
            <a:lvl2pPr marL="1028700" indent="-342900">
              <a:spcBef>
                <a:spcPts val="1200"/>
              </a:spcBef>
              <a:buFont typeface="+mj-lt"/>
              <a:buAutoNum type="alphaLcPeriod"/>
              <a:defRPr sz="1800"/>
            </a:lvl2pPr>
            <a:lvl3pPr marL="1257300" indent="-342900">
              <a:spcBef>
                <a:spcPts val="1200"/>
              </a:spcBef>
              <a:buFont typeface="+mj-lt"/>
              <a:buAutoNum type="arabicParenR"/>
              <a:defRPr sz="1800"/>
            </a:lvl3pPr>
            <a:lvl4pPr marL="1714500" indent="-342900">
              <a:spcBef>
                <a:spcPts val="1200"/>
              </a:spcBef>
              <a:buFont typeface="+mj-lt"/>
              <a:buAutoNum type="alphaLcParenR"/>
              <a:defRPr sz="1800"/>
            </a:lvl4pPr>
            <a:lvl5pPr marL="2228850" indent="-400050">
              <a:spcBef>
                <a:spcPts val="1200"/>
              </a:spcBef>
              <a:buFont typeface="+mj-lt"/>
              <a:buAutoNum type="romanLcPeriod"/>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5">
            <a:extLst>
              <a:ext uri="{FF2B5EF4-FFF2-40B4-BE49-F238E27FC236}">
                <a16:creationId xmlns:a16="http://schemas.microsoft.com/office/drawing/2014/main" id="{DF111B2E-0535-57E2-FE92-620F9307A956}"/>
              </a:ext>
            </a:extLst>
          </p:cNvPr>
          <p:cNvSpPr>
            <a:spLocks noGrp="1"/>
          </p:cNvSpPr>
          <p:nvPr>
            <p:ph sz="quarter" idx="13" hasCustomPrompt="1"/>
          </p:nvPr>
        </p:nvSpPr>
        <p:spPr>
          <a:xfrm>
            <a:off x="1280160" y="3482974"/>
            <a:ext cx="4663440" cy="1190033"/>
          </a:xfrm>
        </p:spPr>
        <p:txBody>
          <a:bodyPr lIns="0" tIns="0" rIns="0" bIns="0" anchor="t" anchorCtr="0">
            <a:noAutofit/>
          </a:bodyPr>
          <a:lstStyle>
            <a:lvl1pPr marL="0" indent="0">
              <a:spcBef>
                <a:spcPts val="1200"/>
              </a:spcBef>
              <a:buNone/>
              <a:defRPr sz="1800"/>
            </a:lvl1pPr>
            <a:lvl2pPr marL="457200" indent="0">
              <a:spcBef>
                <a:spcPts val="1200"/>
              </a:spcBef>
              <a:buNone/>
              <a:defRPr sz="1600"/>
            </a:lvl2pPr>
            <a:lvl3pPr marL="914400" indent="0">
              <a:spcBef>
                <a:spcPts val="1200"/>
              </a:spcBef>
              <a:buNone/>
              <a:defRPr sz="1400"/>
            </a:lvl3pPr>
            <a:lvl4pPr marL="1371600" indent="0">
              <a:spcBef>
                <a:spcPts val="1200"/>
              </a:spcBef>
              <a:buNone/>
              <a:defRPr sz="1200"/>
            </a:lvl4pPr>
            <a:lvl5pPr marL="1828800" indent="0">
              <a:spcBef>
                <a:spcPts val="1200"/>
              </a:spcBef>
              <a:buNone/>
              <a:defRPr sz="1200"/>
            </a:lvl5pPr>
          </a:lstStyle>
          <a:p>
            <a:pPr lvl="0"/>
            <a:r>
              <a:rPr lang="en-US" dirty="0"/>
              <a:t>Click to add text</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hasCustomPrompt="1"/>
          </p:nvPr>
        </p:nvSpPr>
        <p:spPr>
          <a:xfrm>
            <a:off x="1280160" y="4692058"/>
            <a:ext cx="4663440" cy="1584918"/>
          </a:xfrm>
        </p:spPr>
        <p:txBody>
          <a:bodyPr lIns="0" tIns="0" rIns="0" bIns="0" anchor="t" anchorCtr="0">
            <a:noAutofit/>
          </a:bodyPr>
          <a:lstStyle>
            <a:lvl1pPr>
              <a:spcBef>
                <a:spcPts val="1200"/>
              </a:spcBef>
              <a:defRPr sz="1800"/>
            </a:lvl1pPr>
            <a:lvl2pPr>
              <a:spcBef>
                <a:spcPts val="1200"/>
              </a:spcBef>
              <a:defRPr sz="1600"/>
            </a:lvl2pPr>
            <a:lvl3pPr>
              <a:spcBef>
                <a:spcPts val="1200"/>
              </a:spcBef>
              <a:defRPr sz="1400"/>
            </a:lvl3pPr>
            <a:lvl4pPr>
              <a:spcBef>
                <a:spcPts val="1200"/>
              </a:spcBef>
              <a:defRPr sz="1200"/>
            </a:lvl4pPr>
            <a:lvl5pPr>
              <a:spcBef>
                <a:spcPts val="1200"/>
              </a:spcBef>
              <a:defRPr sz="12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Footer Placeholder 20">
            <a:extLst>
              <a:ext uri="{FF2B5EF4-FFF2-40B4-BE49-F238E27FC236}">
                <a16:creationId xmlns:a16="http://schemas.microsoft.com/office/drawing/2014/main" id="{34C23E1A-9E5E-DA12-8E11-83F486766E16}"/>
              </a:ext>
            </a:extLst>
          </p:cNvPr>
          <p:cNvSpPr>
            <a:spLocks noGrp="1"/>
          </p:cNvSpPr>
          <p:nvPr>
            <p:ph type="ftr" sz="quarter" idx="11"/>
          </p:nvPr>
        </p:nvSpPr>
        <p:spPr>
          <a:xfrm>
            <a:off x="1280160" y="6356350"/>
            <a:ext cx="4114800" cy="365125"/>
          </a:xfrm>
        </p:spPr>
        <p:txBody>
          <a:bodyPr lIns="0" rIns="91440"/>
          <a:lstStyle>
            <a:lvl1pPr algn="l">
              <a:defRPr/>
            </a:lvl1pPr>
          </a:lstStyle>
          <a:p>
            <a:endParaRPr lang="en-US" dirty="0"/>
          </a:p>
        </p:txBody>
      </p:sp>
      <p:cxnSp>
        <p:nvCxnSpPr>
          <p:cNvPr id="23" name="Straight Connector 22">
            <a:extLst>
              <a:ext uri="{FF2B5EF4-FFF2-40B4-BE49-F238E27FC236}">
                <a16:creationId xmlns:a16="http://schemas.microsoft.com/office/drawing/2014/main" id="{E3FE6E42-6A8F-C459-87EE-E2A5BAFA852B}"/>
              </a:ext>
              <a:ext uri="{C183D7F6-B498-43B3-948B-1728B52AA6E4}">
                <adec:decorative xmlns:adec="http://schemas.microsoft.com/office/drawing/2017/decorative" val="1"/>
              </a:ext>
            </a:extLst>
          </p:cNvPr>
          <p:cNvCxnSpPr>
            <a:cxnSpLocks/>
          </p:cNvCxnSpPr>
          <p:nvPr userDrawn="1"/>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93202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640AAD-80AF-40E7-BE3F-43D32FC68ED4}"/>
              </a:ext>
            </a:extLst>
          </p:cNvPr>
          <p:cNvSpPr>
            <a:spLocks noGrp="1"/>
          </p:cNvSpPr>
          <p:nvPr>
            <p:ph type="ctrTitle"/>
          </p:nvPr>
        </p:nvSpPr>
        <p:spPr>
          <a:xfrm>
            <a:off x="1280160" y="301752"/>
            <a:ext cx="4663438" cy="2441448"/>
          </a:xfrm>
        </p:spPr>
        <p:txBody>
          <a:bodyPr lIns="0" tIns="0" rIns="0" bIns="0" anchor="ctr" anchorCtr="0"/>
          <a:lstStyle>
            <a:lvl1pPr algn="l">
              <a:lnSpc>
                <a:spcPts val="4000"/>
              </a:lnSpc>
              <a:spcBef>
                <a:spcPts val="1000"/>
              </a:spcBef>
              <a:defRPr sz="4000" b="1" i="0" cap="all" spc="0" baseline="0"/>
            </a:lvl1pPr>
          </a:lstStyle>
          <a:p>
            <a:r>
              <a:rPr lang="en-US"/>
              <a:t>Click to edit Master title style</a:t>
            </a:r>
            <a:endParaRPr lang="en-US" dirty="0"/>
          </a:p>
        </p:txBody>
      </p:sp>
      <p:sp>
        <p:nvSpPr>
          <p:cNvPr id="6" name="Slide Number Placeholder 5">
            <a:extLst>
              <a:ext uri="{FF2B5EF4-FFF2-40B4-BE49-F238E27FC236}">
                <a16:creationId xmlns:a16="http://schemas.microsoft.com/office/drawing/2014/main" id="{A401EAA4-F44C-4C1F-B8E3-1A3005300F50}"/>
              </a:ext>
            </a:extLst>
          </p:cNvPr>
          <p:cNvSpPr>
            <a:spLocks noGrp="1"/>
          </p:cNvSpPr>
          <p:nvPr>
            <p:ph type="sldNum" sz="quarter" idx="12"/>
          </p:nvPr>
        </p:nvSpPr>
        <p:spPr>
          <a:xfrm>
            <a:off x="484632" y="726630"/>
            <a:ext cx="520991" cy="517379"/>
          </a:xfrm>
        </p:spPr>
        <p:txBody>
          <a:bodyPr/>
          <a:lstStyle>
            <a:lvl1pPr>
              <a:defRPr>
                <a:solidFill>
                  <a:schemeClr val="accent2"/>
                </a:solidFill>
              </a:defRPr>
            </a:lvl1pPr>
          </a:lstStyle>
          <a:p>
            <a:fld id="{D8DA9DAA-006C-4F4B-980E-E3DF019B24E2}" type="slidenum">
              <a:rPr lang="en-US" smtClean="0"/>
              <a:pPr/>
              <a:t>‹#›</a:t>
            </a:fld>
            <a:endParaRPr lang="en-US" dirty="0"/>
          </a:p>
        </p:txBody>
      </p:sp>
      <p:sp>
        <p:nvSpPr>
          <p:cNvPr id="8" name="Text Placeholder 4">
            <a:extLst>
              <a:ext uri="{FF2B5EF4-FFF2-40B4-BE49-F238E27FC236}">
                <a16:creationId xmlns:a16="http://schemas.microsoft.com/office/drawing/2014/main" id="{9FB40175-FA51-DA14-A5B2-CD06DE6ECC31}"/>
              </a:ext>
            </a:extLst>
          </p:cNvPr>
          <p:cNvSpPr>
            <a:spLocks noGrp="1"/>
          </p:cNvSpPr>
          <p:nvPr>
            <p:ph type="body" sz="quarter" idx="14"/>
          </p:nvPr>
        </p:nvSpPr>
        <p:spPr>
          <a:xfrm>
            <a:off x="1280161" y="2777067"/>
            <a:ext cx="4663440" cy="3550581"/>
          </a:xfrm>
        </p:spPr>
        <p:txBody>
          <a:bodyPr lIns="0" tIns="0" rIns="0" bIns="0">
            <a:noAutofit/>
          </a:bodyPr>
          <a:lstStyle>
            <a:lvl1pPr marL="0" indent="0">
              <a:lnSpc>
                <a:spcPct val="110000"/>
              </a:lnSpc>
              <a:buNone/>
              <a:defRPr sz="1800"/>
            </a:lvl1pPr>
            <a:lvl2pPr marL="228600">
              <a:lnSpc>
                <a:spcPct val="110000"/>
              </a:lnSpc>
              <a:defRPr sz="1600"/>
            </a:lvl2pPr>
            <a:lvl3pPr marL="457200">
              <a:lnSpc>
                <a:spcPct val="110000"/>
              </a:lnSpc>
              <a:defRPr sz="1400"/>
            </a:lvl3pPr>
            <a:lvl4pPr marL="685800">
              <a:lnSpc>
                <a:spcPct val="110000"/>
              </a:lnSpc>
              <a:defRPr sz="1200"/>
            </a:lvl4pPr>
            <a:lvl5pPr marL="914400">
              <a:lnSpc>
                <a:spcPct val="110000"/>
              </a:lnSpc>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Rectangle 8">
            <a:extLst>
              <a:ext uri="{FF2B5EF4-FFF2-40B4-BE49-F238E27FC236}">
                <a16:creationId xmlns:a16="http://schemas.microsoft.com/office/drawing/2014/main" id="{515930B2-E36D-4D05-A6B3-CA1BF61D50CC}"/>
              </a:ext>
              <a:ext uri="{C183D7F6-B498-43B3-948B-1728B52AA6E4}">
                <adec:decorative xmlns:adec="http://schemas.microsoft.com/office/drawing/2017/decorative" val="1"/>
              </a:ext>
            </a:extLst>
          </p:cNvPr>
          <p:cNvSpPr/>
          <p:nvPr userDrawn="1"/>
        </p:nvSpPr>
        <p:spPr>
          <a:xfrm>
            <a:off x="6412089" y="0"/>
            <a:ext cx="5779911" cy="6858000"/>
          </a:xfrm>
          <a:prstGeom prst="rect">
            <a:avLst/>
          </a:prstGeom>
          <a:gradFill flip="none" rotWithShape="1">
            <a:gsLst>
              <a:gs pos="100000">
                <a:schemeClr val="accent4"/>
              </a:gs>
              <a:gs pos="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Picture Placeholder 12">
            <a:extLst>
              <a:ext uri="{FF2B5EF4-FFF2-40B4-BE49-F238E27FC236}">
                <a16:creationId xmlns:a16="http://schemas.microsoft.com/office/drawing/2014/main" id="{9CEC7E0F-60E8-418B-978D-C607C82E97F7}"/>
              </a:ext>
            </a:extLst>
          </p:cNvPr>
          <p:cNvSpPr>
            <a:spLocks noGrp="1"/>
          </p:cNvSpPr>
          <p:nvPr>
            <p:ph type="pic" sz="quarter" idx="13" hasCustomPrompt="1"/>
          </p:nvPr>
        </p:nvSpPr>
        <p:spPr>
          <a:xfrm>
            <a:off x="6695553" y="301752"/>
            <a:ext cx="5221224" cy="6263640"/>
          </a:xfrm>
        </p:spPr>
        <p:txBody>
          <a:bodyPr tIns="914400" anchor="t" anchorCtr="0"/>
          <a:lstStyle>
            <a:lvl1pPr algn="ctr">
              <a:buNone/>
              <a:defRPr>
                <a:solidFill>
                  <a:schemeClr val="bg1"/>
                </a:solidFill>
              </a:defRPr>
            </a:lvl1pPr>
          </a:lstStyle>
          <a:p>
            <a:r>
              <a:rPr lang="en-US" dirty="0"/>
              <a:t>Click to add picture</a:t>
            </a:r>
          </a:p>
        </p:txBody>
      </p:sp>
      <p:sp>
        <p:nvSpPr>
          <p:cNvPr id="10" name="Footer Placeholder 8">
            <a:extLst>
              <a:ext uri="{FF2B5EF4-FFF2-40B4-BE49-F238E27FC236}">
                <a16:creationId xmlns:a16="http://schemas.microsoft.com/office/drawing/2014/main" id="{7A4AE671-C203-0370-2888-FC8F7D444D11}"/>
              </a:ext>
            </a:extLst>
          </p:cNvPr>
          <p:cNvSpPr>
            <a:spLocks noGrp="1"/>
          </p:cNvSpPr>
          <p:nvPr>
            <p:ph type="ftr" sz="quarter" idx="17"/>
          </p:nvPr>
        </p:nvSpPr>
        <p:spPr>
          <a:xfrm>
            <a:off x="1280160" y="6356350"/>
            <a:ext cx="4434825" cy="365125"/>
          </a:xfrm>
        </p:spPr>
        <p:txBody>
          <a:bodyPr/>
          <a:lstStyle>
            <a:lvl1pPr algn="l">
              <a:defRPr/>
            </a:lvl1pPr>
          </a:lstStyle>
          <a:p>
            <a:endParaRPr lang="en-US" dirty="0"/>
          </a:p>
        </p:txBody>
      </p:sp>
      <p:cxnSp>
        <p:nvCxnSpPr>
          <p:cNvPr id="3" name="Straight Connector 2">
            <a:extLst>
              <a:ext uri="{FF2B5EF4-FFF2-40B4-BE49-F238E27FC236}">
                <a16:creationId xmlns:a16="http://schemas.microsoft.com/office/drawing/2014/main" id="{1792BFA8-57AD-0B5C-2534-1E862B58DAB3}"/>
              </a:ext>
              <a:ext uri="{C183D7F6-B498-43B3-948B-1728B52AA6E4}">
                <adec:decorative xmlns:adec="http://schemas.microsoft.com/office/drawing/2017/decorative" val="1"/>
              </a:ext>
            </a:extLst>
          </p:cNvPr>
          <p:cNvCxnSpPr>
            <a:cxnSpLocks/>
          </p:cNvCxnSpPr>
          <p:nvPr userDrawn="1"/>
        </p:nvCxnSpPr>
        <p:spPr>
          <a:xfrm>
            <a:off x="745127"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868079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ima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hasCustomPrompt="1"/>
          </p:nvPr>
        </p:nvSpPr>
        <p:spPr>
          <a:xfrm>
            <a:off x="1280159" y="640080"/>
            <a:ext cx="4815836" cy="2103120"/>
          </a:xfrm>
        </p:spPr>
        <p:txBody>
          <a:bodyPr lIns="0" tIns="0" rIns="0" bIns="0" anchor="ctr" anchorCtr="0"/>
          <a:lstStyle>
            <a:lvl1pPr algn="l">
              <a:defRPr sz="4000" b="1" cap="all" spc="0" baseline="0">
                <a:solidFill>
                  <a:schemeClr val="tx1"/>
                </a:solidFill>
              </a:defRPr>
            </a:lvl1pPr>
          </a:lstStyle>
          <a:p>
            <a:r>
              <a:rPr lang="en-US" dirty="0"/>
              <a:t>Click to add title</a:t>
            </a:r>
          </a:p>
        </p:txBody>
      </p:sp>
      <p:sp>
        <p:nvSpPr>
          <p:cNvPr id="16" name="Slide Number Placeholder 15">
            <a:extLst>
              <a:ext uri="{FF2B5EF4-FFF2-40B4-BE49-F238E27FC236}">
                <a16:creationId xmlns:a16="http://schemas.microsoft.com/office/drawing/2014/main" id="{6183E8BD-29F0-8F9F-FC7D-73F8067BCDDF}"/>
              </a:ext>
            </a:extLst>
          </p:cNvPr>
          <p:cNvSpPr>
            <a:spLocks noGrp="1"/>
          </p:cNvSpPr>
          <p:nvPr>
            <p:ph type="sldNum" sz="quarter" idx="20"/>
          </p:nvPr>
        </p:nvSpPr>
        <p:spPr/>
        <p:txBody>
          <a:bodyPr/>
          <a:lstStyle>
            <a:lvl1pPr>
              <a:defRPr>
                <a:solidFill>
                  <a:schemeClr val="accent2"/>
                </a:solidFill>
              </a:defRPr>
            </a:lvl1pPr>
          </a:lstStyle>
          <a:p>
            <a:fld id="{D8DA9DAA-006C-4F4B-980E-E3DF019B24E2}" type="slidenum">
              <a:rPr lang="en-US" smtClean="0"/>
              <a:pPr/>
              <a:t>‹#›</a:t>
            </a:fld>
            <a:endParaRPr lang="en-US" dirty="0"/>
          </a:p>
        </p:txBody>
      </p:sp>
      <p:sp>
        <p:nvSpPr>
          <p:cNvPr id="15" name="Content Placeholder 2">
            <a:extLst>
              <a:ext uri="{FF2B5EF4-FFF2-40B4-BE49-F238E27FC236}">
                <a16:creationId xmlns:a16="http://schemas.microsoft.com/office/drawing/2014/main" id="{5C983CA3-739C-6C20-AFE0-0997370354B4}"/>
              </a:ext>
            </a:extLst>
          </p:cNvPr>
          <p:cNvSpPr>
            <a:spLocks noGrp="1"/>
          </p:cNvSpPr>
          <p:nvPr>
            <p:ph idx="1" hasCustomPrompt="1"/>
          </p:nvPr>
        </p:nvSpPr>
        <p:spPr>
          <a:xfrm>
            <a:off x="6531427" y="640080"/>
            <a:ext cx="5122889" cy="2103120"/>
          </a:xfrm>
        </p:spPr>
        <p:txBody>
          <a:bodyPr lIns="0" tIns="0" rIns="0" bIns="0" anchor="ctr" anchorCtr="0">
            <a:normAutofit/>
          </a:bodyPr>
          <a:lstStyle>
            <a:lvl1pPr marL="0" indent="0">
              <a:lnSpc>
                <a:spcPct val="110000"/>
              </a:lnSpc>
              <a:buNone/>
              <a:defRPr sz="1800">
                <a:solidFill>
                  <a:schemeClr val="tx1"/>
                </a:solidFill>
              </a:defRPr>
            </a:lvl1pPr>
            <a:lvl2pPr marL="228600">
              <a:lnSpc>
                <a:spcPct val="100000"/>
              </a:lnSpc>
              <a:defRPr sz="1600">
                <a:solidFill>
                  <a:schemeClr val="tx1"/>
                </a:solidFill>
              </a:defRPr>
            </a:lvl2pPr>
            <a:lvl3pPr marL="457200">
              <a:lnSpc>
                <a:spcPct val="100000"/>
              </a:lnSpc>
              <a:defRPr sz="1400">
                <a:solidFill>
                  <a:schemeClr val="tx1"/>
                </a:solidFill>
              </a:defRPr>
            </a:lvl3pPr>
            <a:lvl4pPr marL="685800">
              <a:lnSpc>
                <a:spcPct val="100000"/>
              </a:lnSpc>
              <a:defRPr sz="1200">
                <a:solidFill>
                  <a:schemeClr val="tx1"/>
                </a:solidFill>
              </a:defRPr>
            </a:lvl4pPr>
            <a:lvl5pPr>
              <a:defRPr sz="1400"/>
            </a:lvl5pPr>
          </a:lstStyle>
          <a:p>
            <a:pPr lvl="0"/>
            <a:r>
              <a:rPr lang="en-US" dirty="0"/>
              <a:t>Click to add text</a:t>
            </a:r>
          </a:p>
          <a:p>
            <a:pPr lvl="1"/>
            <a:r>
              <a:rPr lang="en-US" dirty="0"/>
              <a:t>Second level</a:t>
            </a:r>
          </a:p>
          <a:p>
            <a:pPr lvl="2"/>
            <a:r>
              <a:rPr lang="en-US" dirty="0"/>
              <a:t>Third level</a:t>
            </a:r>
          </a:p>
          <a:p>
            <a:pPr lvl="3"/>
            <a:r>
              <a:rPr lang="en-US" dirty="0"/>
              <a:t>Fourth level</a:t>
            </a:r>
          </a:p>
        </p:txBody>
      </p:sp>
      <p:cxnSp>
        <p:nvCxnSpPr>
          <p:cNvPr id="4" name="Straight Connector 3">
            <a:extLst>
              <a:ext uri="{FF2B5EF4-FFF2-40B4-BE49-F238E27FC236}">
                <a16:creationId xmlns:a16="http://schemas.microsoft.com/office/drawing/2014/main" id="{4BC9F29C-BBE9-AFB4-AFC6-30BCA4EB2AFA}"/>
              </a:ext>
              <a:ext uri="{C183D7F6-B498-43B3-948B-1728B52AA6E4}">
                <adec:decorative xmlns:adec="http://schemas.microsoft.com/office/drawing/2017/decorative" val="1"/>
              </a:ext>
            </a:extLst>
          </p:cNvPr>
          <p:cNvCxnSpPr>
            <a:cxnSpLocks/>
          </p:cNvCxnSpPr>
          <p:nvPr userDrawn="1"/>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8" name="Content Placeholder 2">
            <a:extLst>
              <a:ext uri="{FF2B5EF4-FFF2-40B4-BE49-F238E27FC236}">
                <a16:creationId xmlns:a16="http://schemas.microsoft.com/office/drawing/2014/main" id="{CBC4D286-C480-B4CF-4406-CACC323F9FAD}"/>
              </a:ext>
            </a:extLst>
          </p:cNvPr>
          <p:cNvSpPr>
            <a:spLocks noGrp="1"/>
          </p:cNvSpPr>
          <p:nvPr>
            <p:ph idx="21" hasCustomPrompt="1"/>
          </p:nvPr>
        </p:nvSpPr>
        <p:spPr>
          <a:xfrm>
            <a:off x="1280160" y="3017520"/>
            <a:ext cx="10374152" cy="3208866"/>
          </a:xfrm>
        </p:spPr>
        <p:txBody>
          <a:body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13">
            <a:extLst>
              <a:ext uri="{FF2B5EF4-FFF2-40B4-BE49-F238E27FC236}">
                <a16:creationId xmlns:a16="http://schemas.microsoft.com/office/drawing/2014/main" id="{0BEE2817-4518-D59A-BD13-29A3D4FE64F0}"/>
              </a:ext>
            </a:extLst>
          </p:cNvPr>
          <p:cNvSpPr>
            <a:spLocks noGrp="1"/>
          </p:cNvSpPr>
          <p:nvPr>
            <p:ph type="ftr" sz="quarter" idx="19"/>
          </p:nvPr>
        </p:nvSpPr>
        <p:spPr>
          <a:xfrm>
            <a:off x="7539516" y="6356350"/>
            <a:ext cx="4114800" cy="365125"/>
          </a:xfrm>
        </p:spPr>
        <p:txBody>
          <a:bodyPr/>
          <a:lstStyle/>
          <a:p>
            <a:endParaRPr lang="en-US" dirty="0"/>
          </a:p>
        </p:txBody>
      </p:sp>
    </p:spTree>
    <p:extLst>
      <p:ext uri="{BB962C8B-B14F-4D97-AF65-F5344CB8AC3E}">
        <p14:creationId xmlns:p14="http://schemas.microsoft.com/office/powerpoint/2010/main" val="10689052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57AE-3B3B-4261-B912-BF9EB9A58C36}"/>
              </a:ext>
            </a:extLst>
          </p:cNvPr>
          <p:cNvSpPr>
            <a:spLocks noGrp="1"/>
          </p:cNvSpPr>
          <p:nvPr>
            <p:ph type="title"/>
          </p:nvPr>
        </p:nvSpPr>
        <p:spPr>
          <a:xfrm>
            <a:off x="1280159" y="4970638"/>
            <a:ext cx="9144000" cy="1280160"/>
          </a:xfrm>
        </p:spPr>
        <p:txBody>
          <a:bodyPr lIns="0" tIns="0" rIns="0" bIns="0" anchor="b" anchorCtr="0"/>
          <a:lstStyle>
            <a:lvl1pPr algn="l">
              <a:defRPr sz="4000" b="1" cap="all" spc="0" baseline="0">
                <a:solidFill>
                  <a:schemeClr val="tx1"/>
                </a:solidFill>
              </a:defRPr>
            </a:lvl1pPr>
          </a:lstStyle>
          <a:p>
            <a:r>
              <a:rPr lang="en-US"/>
              <a:t>Click to edit Master title style</a:t>
            </a:r>
            <a:endParaRPr lang="en-US" dirty="0"/>
          </a:p>
        </p:txBody>
      </p:sp>
      <p:sp>
        <p:nvSpPr>
          <p:cNvPr id="22" name="Slide Number Placeholder 21">
            <a:extLst>
              <a:ext uri="{FF2B5EF4-FFF2-40B4-BE49-F238E27FC236}">
                <a16:creationId xmlns:a16="http://schemas.microsoft.com/office/drawing/2014/main" id="{F0626849-9D2D-3C95-8C10-FA8F325FE9AA}"/>
              </a:ext>
            </a:extLst>
          </p:cNvPr>
          <p:cNvSpPr>
            <a:spLocks noGrp="1"/>
          </p:cNvSpPr>
          <p:nvPr>
            <p:ph type="sldNum" sz="quarter" idx="12"/>
          </p:nvPr>
        </p:nvSpPr>
        <p:spPr/>
        <p:txBody>
          <a:bodyPr/>
          <a:lstStyle/>
          <a:p>
            <a:fld id="{D8DA9DAA-006C-4F4B-980E-E3DF019B24E2}" type="slidenum">
              <a:rPr lang="en-US" smtClean="0"/>
              <a:pPr/>
              <a:t>‹#›</a:t>
            </a:fld>
            <a:endParaRPr lang="en-US" dirty="0"/>
          </a:p>
        </p:txBody>
      </p:sp>
      <p:sp>
        <p:nvSpPr>
          <p:cNvPr id="4" name="Content Placeholder 3">
            <a:extLst>
              <a:ext uri="{FF2B5EF4-FFF2-40B4-BE49-F238E27FC236}">
                <a16:creationId xmlns:a16="http://schemas.microsoft.com/office/drawing/2014/main" id="{8DE39CA1-2B6D-427E-9688-9093D5865CB7}"/>
              </a:ext>
            </a:extLst>
          </p:cNvPr>
          <p:cNvSpPr>
            <a:spLocks noGrp="1"/>
          </p:cNvSpPr>
          <p:nvPr>
            <p:ph sz="half" idx="2" hasCustomPrompt="1"/>
          </p:nvPr>
        </p:nvSpPr>
        <p:spPr>
          <a:xfrm>
            <a:off x="1280160" y="685800"/>
            <a:ext cx="4937760" cy="4023360"/>
          </a:xfrm>
        </p:spPr>
        <p:txBody>
          <a:bodyPr lIns="0" tIns="0" rIns="0" bIns="0">
            <a:noAutofit/>
          </a:bodyPr>
          <a:lstStyle>
            <a:lvl1pPr marL="0" indent="0">
              <a:spcBef>
                <a:spcPts val="1200"/>
              </a:spcBef>
              <a:buNone/>
              <a:defRPr sz="1800"/>
            </a:lvl1pPr>
            <a:lvl2pPr marL="457200">
              <a:spcBef>
                <a:spcPts val="1200"/>
              </a:spcBef>
              <a:defRPr sz="1800"/>
            </a:lvl2pPr>
            <a:lvl3pPr marL="914400">
              <a:spcBef>
                <a:spcPts val="1200"/>
              </a:spcBef>
              <a:defRPr sz="1800"/>
            </a:lvl3pPr>
            <a:lvl4pPr marL="1371600">
              <a:spcBef>
                <a:spcPts val="1200"/>
              </a:spcBef>
              <a:defRPr sz="1800"/>
            </a:lvl4pPr>
            <a:lvl5pPr marL="1828800">
              <a:spcBef>
                <a:spcPts val="12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a:extLst>
              <a:ext uri="{FF2B5EF4-FFF2-40B4-BE49-F238E27FC236}">
                <a16:creationId xmlns:a16="http://schemas.microsoft.com/office/drawing/2014/main" id="{BD7EA593-3036-4FB5-94B4-D9431DF04871}"/>
              </a:ext>
            </a:extLst>
          </p:cNvPr>
          <p:cNvSpPr>
            <a:spLocks noGrp="1"/>
          </p:cNvSpPr>
          <p:nvPr>
            <p:ph sz="quarter" idx="4" hasCustomPrompt="1"/>
          </p:nvPr>
        </p:nvSpPr>
        <p:spPr>
          <a:xfrm>
            <a:off x="6704755" y="685800"/>
            <a:ext cx="4937760" cy="4023360"/>
          </a:xfrm>
        </p:spPr>
        <p:txBody>
          <a:bodyPr lIns="0" tIns="0" rIns="0" bIns="0">
            <a:noAutofit/>
          </a:bodyPr>
          <a:lstStyle>
            <a:lvl1pPr>
              <a:spcBef>
                <a:spcPts val="1200"/>
              </a:spcBef>
              <a:defRPr sz="1800"/>
            </a:lvl1pPr>
            <a:lvl2pPr>
              <a:spcBef>
                <a:spcPts val="1200"/>
              </a:spcBef>
              <a:defRPr sz="1800"/>
            </a:lvl2pPr>
            <a:lvl3pPr>
              <a:spcBef>
                <a:spcPts val="1200"/>
              </a:spcBef>
              <a:defRPr sz="1800"/>
            </a:lvl3pPr>
            <a:lvl4pPr>
              <a:spcBef>
                <a:spcPts val="1200"/>
              </a:spcBef>
              <a:defRPr sz="1800"/>
            </a:lvl4pPr>
            <a:lvl5pPr>
              <a:spcBef>
                <a:spcPts val="1200"/>
              </a:spcBef>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grpSp>
        <p:nvGrpSpPr>
          <p:cNvPr id="13" name="Group 12">
            <a:extLst>
              <a:ext uri="{FF2B5EF4-FFF2-40B4-BE49-F238E27FC236}">
                <a16:creationId xmlns:a16="http://schemas.microsoft.com/office/drawing/2014/main" id="{4717D91C-F78C-0E4C-FB27-7112AB840A1C}"/>
              </a:ext>
              <a:ext uri="{C183D7F6-B498-43B3-948B-1728B52AA6E4}">
                <adec:decorative xmlns:adec="http://schemas.microsoft.com/office/drawing/2017/decorative" val="1"/>
              </a:ext>
            </a:extLst>
          </p:cNvPr>
          <p:cNvGrpSpPr/>
          <p:nvPr userDrawn="1"/>
        </p:nvGrpSpPr>
        <p:grpSpPr>
          <a:xfrm>
            <a:off x="5322570" y="5680647"/>
            <a:ext cx="465456" cy="581432"/>
            <a:chOff x="7843462" y="2744546"/>
            <a:chExt cx="465456" cy="581432"/>
          </a:xfrm>
        </p:grpSpPr>
        <p:sp>
          <p:nvSpPr>
            <p:cNvPr id="15" name="Graphic 12">
              <a:extLst>
                <a:ext uri="{FF2B5EF4-FFF2-40B4-BE49-F238E27FC236}">
                  <a16:creationId xmlns:a16="http://schemas.microsoft.com/office/drawing/2014/main" id="{CC935CF3-75DF-0DC7-1B2A-E0E0205DF64B}"/>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17" name="Graphic 13">
              <a:extLst>
                <a:ext uri="{FF2B5EF4-FFF2-40B4-BE49-F238E27FC236}">
                  <a16:creationId xmlns:a16="http://schemas.microsoft.com/office/drawing/2014/main" id="{D5782BEB-6319-DEC1-F9ED-BA9201C6B9B7}"/>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18" name="Graphic 15">
              <a:extLst>
                <a:ext uri="{FF2B5EF4-FFF2-40B4-BE49-F238E27FC236}">
                  <a16:creationId xmlns:a16="http://schemas.microsoft.com/office/drawing/2014/main" id="{6E59DFAF-9794-BD12-D89A-422FFFFCE023}"/>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sp>
        <p:nvSpPr>
          <p:cNvPr id="21" name="Footer Placeholder 20">
            <a:extLst>
              <a:ext uri="{FF2B5EF4-FFF2-40B4-BE49-F238E27FC236}">
                <a16:creationId xmlns:a16="http://schemas.microsoft.com/office/drawing/2014/main" id="{36444A47-BCB3-5C86-F2B8-25092BE8D9FF}"/>
              </a:ext>
            </a:extLst>
          </p:cNvPr>
          <p:cNvSpPr>
            <a:spLocks noGrp="1"/>
          </p:cNvSpPr>
          <p:nvPr>
            <p:ph type="ftr" sz="quarter" idx="11"/>
          </p:nvPr>
        </p:nvSpPr>
        <p:spPr>
          <a:xfrm>
            <a:off x="1280160" y="6356350"/>
            <a:ext cx="4114800" cy="365125"/>
          </a:xfrm>
        </p:spPr>
        <p:txBody>
          <a:bodyPr lIns="0" rIns="91440"/>
          <a:lstStyle>
            <a:lvl1pPr algn="l">
              <a:defRPr/>
            </a:lvl1pPr>
          </a:lstStyle>
          <a:p>
            <a:endParaRPr lang="en-US" dirty="0"/>
          </a:p>
        </p:txBody>
      </p:sp>
      <p:cxnSp>
        <p:nvCxnSpPr>
          <p:cNvPr id="23" name="Straight Connector 22">
            <a:extLst>
              <a:ext uri="{FF2B5EF4-FFF2-40B4-BE49-F238E27FC236}">
                <a16:creationId xmlns:a16="http://schemas.microsoft.com/office/drawing/2014/main" id="{C648C53D-49AB-C003-70E8-5117AF079715}"/>
              </a:ext>
              <a:ext uri="{C183D7F6-B498-43B3-948B-1728B52AA6E4}">
                <adec:decorative xmlns:adec="http://schemas.microsoft.com/office/drawing/2017/decorative" val="1"/>
              </a:ext>
            </a:extLst>
          </p:cNvPr>
          <p:cNvCxnSpPr>
            <a:cxnSpLocks/>
          </p:cNvCxnSpPr>
          <p:nvPr userDrawn="1"/>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grpSp>
        <p:nvGrpSpPr>
          <p:cNvPr id="24" name="Group 23">
            <a:extLst>
              <a:ext uri="{FF2B5EF4-FFF2-40B4-BE49-F238E27FC236}">
                <a16:creationId xmlns:a16="http://schemas.microsoft.com/office/drawing/2014/main" id="{A96BC1DE-6696-3408-564E-2D73B1266326}"/>
              </a:ext>
              <a:ext uri="{C183D7F6-B498-43B3-948B-1728B52AA6E4}">
                <adec:decorative xmlns:adec="http://schemas.microsoft.com/office/drawing/2017/decorative" val="1"/>
              </a:ext>
            </a:extLst>
          </p:cNvPr>
          <p:cNvGrpSpPr/>
          <p:nvPr userDrawn="1"/>
        </p:nvGrpSpPr>
        <p:grpSpPr>
          <a:xfrm rot="5400000">
            <a:off x="10711518" y="5393214"/>
            <a:ext cx="1097341" cy="736658"/>
            <a:chOff x="10508317" y="446637"/>
            <a:chExt cx="1097341" cy="736658"/>
          </a:xfrm>
        </p:grpSpPr>
        <p:sp>
          <p:nvSpPr>
            <p:cNvPr id="25" name="Graphic 15">
              <a:extLst>
                <a:ext uri="{FF2B5EF4-FFF2-40B4-BE49-F238E27FC236}">
                  <a16:creationId xmlns:a16="http://schemas.microsoft.com/office/drawing/2014/main" id="{268EB1E4-29D6-C3F5-BCBB-FB7E7EE5C25C}"/>
                </a:ext>
                <a:ext uri="{C183D7F6-B498-43B3-948B-1728B52AA6E4}">
                  <adec:decorative xmlns:adec="http://schemas.microsoft.com/office/drawing/2017/decorative" val="1"/>
                </a:ext>
              </a:extLst>
            </p:cNvPr>
            <p:cNvSpPr/>
            <p:nvPr userDrawn="1"/>
          </p:nvSpPr>
          <p:spPr>
            <a:xfrm>
              <a:off x="10508317" y="492206"/>
              <a:ext cx="139039" cy="139039"/>
            </a:xfrm>
            <a:custGeom>
              <a:avLst/>
              <a:gdLst>
                <a:gd name="connsiteX0" fmla="*/ 129602 w 139039"/>
                <a:gd name="connsiteY0" fmla="*/ 60082 h 139039"/>
                <a:gd name="connsiteX1" fmla="*/ 78957 w 139039"/>
                <a:gd name="connsiteY1" fmla="*/ 60082 h 139039"/>
                <a:gd name="connsiteX2" fmla="*/ 78957 w 139039"/>
                <a:gd name="connsiteY2" fmla="*/ 9437 h 139039"/>
                <a:gd name="connsiteX3" fmla="*/ 69520 w 139039"/>
                <a:gd name="connsiteY3" fmla="*/ 0 h 139039"/>
                <a:gd name="connsiteX4" fmla="*/ 60082 w 139039"/>
                <a:gd name="connsiteY4" fmla="*/ 9437 h 139039"/>
                <a:gd name="connsiteX5" fmla="*/ 60082 w 139039"/>
                <a:gd name="connsiteY5" fmla="*/ 60082 h 139039"/>
                <a:gd name="connsiteX6" fmla="*/ 9437 w 139039"/>
                <a:gd name="connsiteY6" fmla="*/ 60082 h 139039"/>
                <a:gd name="connsiteX7" fmla="*/ 0 w 139039"/>
                <a:gd name="connsiteY7" fmla="*/ 69520 h 139039"/>
                <a:gd name="connsiteX8" fmla="*/ 9437 w 139039"/>
                <a:gd name="connsiteY8" fmla="*/ 78957 h 139039"/>
                <a:gd name="connsiteX9" fmla="*/ 60082 w 139039"/>
                <a:gd name="connsiteY9" fmla="*/ 78957 h 139039"/>
                <a:gd name="connsiteX10" fmla="*/ 60082 w 139039"/>
                <a:gd name="connsiteY10" fmla="*/ 129602 h 139039"/>
                <a:gd name="connsiteX11" fmla="*/ 69520 w 139039"/>
                <a:gd name="connsiteY11" fmla="*/ 139039 h 139039"/>
                <a:gd name="connsiteX12" fmla="*/ 78957 w 139039"/>
                <a:gd name="connsiteY12" fmla="*/ 129602 h 139039"/>
                <a:gd name="connsiteX13" fmla="*/ 78957 w 139039"/>
                <a:gd name="connsiteY13" fmla="*/ 78957 h 139039"/>
                <a:gd name="connsiteX14" fmla="*/ 129602 w 139039"/>
                <a:gd name="connsiteY14" fmla="*/ 78957 h 139039"/>
                <a:gd name="connsiteX15" fmla="*/ 139039 w 139039"/>
                <a:gd name="connsiteY15" fmla="*/ 69520 h 139039"/>
                <a:gd name="connsiteX16" fmla="*/ 129602 w 139039"/>
                <a:gd name="connsiteY16" fmla="*/ 60082 h 139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9" h="139039">
                  <a:moveTo>
                    <a:pt x="129602" y="60082"/>
                  </a:moveTo>
                  <a:lnTo>
                    <a:pt x="78957" y="60082"/>
                  </a:lnTo>
                  <a:lnTo>
                    <a:pt x="78957" y="9437"/>
                  </a:lnTo>
                  <a:cubicBezTo>
                    <a:pt x="78957" y="4225"/>
                    <a:pt x="74731" y="0"/>
                    <a:pt x="69520" y="0"/>
                  </a:cubicBezTo>
                  <a:cubicBezTo>
                    <a:pt x="64308" y="0"/>
                    <a:pt x="60082" y="4225"/>
                    <a:pt x="60082" y="9437"/>
                  </a:cubicBezTo>
                  <a:lnTo>
                    <a:pt x="60082" y="60082"/>
                  </a:lnTo>
                  <a:lnTo>
                    <a:pt x="9437" y="60082"/>
                  </a:lnTo>
                  <a:cubicBezTo>
                    <a:pt x="4225" y="60082"/>
                    <a:pt x="0" y="64308"/>
                    <a:pt x="0" y="69520"/>
                  </a:cubicBezTo>
                  <a:cubicBezTo>
                    <a:pt x="0" y="74731"/>
                    <a:pt x="4225" y="78957"/>
                    <a:pt x="9437" y="78957"/>
                  </a:cubicBezTo>
                  <a:lnTo>
                    <a:pt x="60082" y="78957"/>
                  </a:lnTo>
                  <a:lnTo>
                    <a:pt x="60082" y="129602"/>
                  </a:lnTo>
                  <a:cubicBezTo>
                    <a:pt x="60082" y="134814"/>
                    <a:pt x="64308" y="139039"/>
                    <a:pt x="69520" y="139039"/>
                  </a:cubicBezTo>
                  <a:cubicBezTo>
                    <a:pt x="74731" y="139039"/>
                    <a:pt x="78957" y="134814"/>
                    <a:pt x="78957" y="129602"/>
                  </a:cubicBezTo>
                  <a:lnTo>
                    <a:pt x="78957" y="78957"/>
                  </a:lnTo>
                  <a:lnTo>
                    <a:pt x="129602" y="78957"/>
                  </a:lnTo>
                  <a:cubicBezTo>
                    <a:pt x="134814" y="78957"/>
                    <a:pt x="139039" y="74731"/>
                    <a:pt x="139039" y="69520"/>
                  </a:cubicBezTo>
                  <a:cubicBezTo>
                    <a:pt x="139039" y="64308"/>
                    <a:pt x="134814" y="60082"/>
                    <a:pt x="129602" y="60082"/>
                  </a:cubicBezTo>
                  <a:close/>
                </a:path>
              </a:pathLst>
            </a:custGeom>
            <a:solidFill>
              <a:schemeClr val="accent2"/>
            </a:solidFill>
            <a:ln w="603" cap="flat">
              <a:noFill/>
              <a:prstDash val="solid"/>
              <a:miter/>
            </a:ln>
          </p:spPr>
          <p:txBody>
            <a:bodyPr rtlCol="0" anchor="ctr"/>
            <a:lstStyle/>
            <a:p>
              <a:endParaRPr lang="en-US" dirty="0"/>
            </a:p>
          </p:txBody>
        </p:sp>
        <p:sp>
          <p:nvSpPr>
            <p:cNvPr id="26" name="Graphic 16">
              <a:extLst>
                <a:ext uri="{FF2B5EF4-FFF2-40B4-BE49-F238E27FC236}">
                  <a16:creationId xmlns:a16="http://schemas.microsoft.com/office/drawing/2014/main" id="{09524D46-140F-2F4F-430B-F59815A07CF1}"/>
                </a:ext>
                <a:ext uri="{C183D7F6-B498-43B3-948B-1728B52AA6E4}">
                  <adec:decorative xmlns:adec="http://schemas.microsoft.com/office/drawing/2017/decorative" val="1"/>
                </a:ext>
              </a:extLst>
            </p:cNvPr>
            <p:cNvSpPr/>
            <p:nvPr userDrawn="1"/>
          </p:nvSpPr>
          <p:spPr>
            <a:xfrm>
              <a:off x="11477944" y="1055581"/>
              <a:ext cx="127714" cy="127714"/>
            </a:xfrm>
            <a:custGeom>
              <a:avLst/>
              <a:gdLst>
                <a:gd name="connsiteX0" fmla="*/ 63857 w 127714"/>
                <a:gd name="connsiteY0" fmla="*/ 18874 h 127714"/>
                <a:gd name="connsiteX1" fmla="*/ 108840 w 127714"/>
                <a:gd name="connsiteY1" fmla="*/ 63857 h 127714"/>
                <a:gd name="connsiteX2" fmla="*/ 63857 w 127714"/>
                <a:gd name="connsiteY2" fmla="*/ 108840 h 127714"/>
                <a:gd name="connsiteX3" fmla="*/ 18874 w 127714"/>
                <a:gd name="connsiteY3" fmla="*/ 63857 h 127714"/>
                <a:gd name="connsiteX4" fmla="*/ 63857 w 127714"/>
                <a:gd name="connsiteY4" fmla="*/ 18874 h 127714"/>
                <a:gd name="connsiteX5" fmla="*/ 63857 w 127714"/>
                <a:gd name="connsiteY5" fmla="*/ 0 h 127714"/>
                <a:gd name="connsiteX6" fmla="*/ 0 w 127714"/>
                <a:gd name="connsiteY6" fmla="*/ 63857 h 127714"/>
                <a:gd name="connsiteX7" fmla="*/ 63857 w 127714"/>
                <a:gd name="connsiteY7" fmla="*/ 127714 h 127714"/>
                <a:gd name="connsiteX8" fmla="*/ 127714 w 127714"/>
                <a:gd name="connsiteY8" fmla="*/ 63857 h 127714"/>
                <a:gd name="connsiteX9" fmla="*/ 63857 w 127714"/>
                <a:gd name="connsiteY9" fmla="*/ 0 h 127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4" h="127714">
                  <a:moveTo>
                    <a:pt x="63857" y="18874"/>
                  </a:moveTo>
                  <a:cubicBezTo>
                    <a:pt x="88700" y="18874"/>
                    <a:pt x="108840" y="39014"/>
                    <a:pt x="108840" y="63857"/>
                  </a:cubicBezTo>
                  <a:cubicBezTo>
                    <a:pt x="108840" y="88700"/>
                    <a:pt x="88700" y="108840"/>
                    <a:pt x="63857" y="108840"/>
                  </a:cubicBezTo>
                  <a:cubicBezTo>
                    <a:pt x="39014" y="108840"/>
                    <a:pt x="18874" y="88700"/>
                    <a:pt x="18874" y="63857"/>
                  </a:cubicBezTo>
                  <a:cubicBezTo>
                    <a:pt x="18898" y="39024"/>
                    <a:pt x="39024" y="18898"/>
                    <a:pt x="63857" y="18874"/>
                  </a:cubicBezTo>
                  <a:moveTo>
                    <a:pt x="63857" y="0"/>
                  </a:moveTo>
                  <a:cubicBezTo>
                    <a:pt x="28590" y="0"/>
                    <a:pt x="0" y="28590"/>
                    <a:pt x="0" y="63857"/>
                  </a:cubicBezTo>
                  <a:cubicBezTo>
                    <a:pt x="0" y="99124"/>
                    <a:pt x="28590" y="127714"/>
                    <a:pt x="63857" y="127714"/>
                  </a:cubicBezTo>
                  <a:cubicBezTo>
                    <a:pt x="99124" y="127714"/>
                    <a:pt x="127714" y="99124"/>
                    <a:pt x="127714" y="63857"/>
                  </a:cubicBezTo>
                  <a:cubicBezTo>
                    <a:pt x="127714" y="28590"/>
                    <a:pt x="99124" y="0"/>
                    <a:pt x="63857" y="0"/>
                  </a:cubicBezTo>
                  <a:close/>
                </a:path>
              </a:pathLst>
            </a:custGeom>
            <a:solidFill>
              <a:schemeClr val="accent2"/>
            </a:solidFill>
            <a:ln w="610" cap="flat">
              <a:noFill/>
              <a:prstDash val="solid"/>
              <a:miter/>
            </a:ln>
          </p:spPr>
          <p:txBody>
            <a:bodyPr rtlCol="0" anchor="ctr"/>
            <a:lstStyle/>
            <a:p>
              <a:endParaRPr lang="en-US" dirty="0"/>
            </a:p>
          </p:txBody>
        </p:sp>
        <p:sp>
          <p:nvSpPr>
            <p:cNvPr id="27" name="Graphic 14">
              <a:extLst>
                <a:ext uri="{FF2B5EF4-FFF2-40B4-BE49-F238E27FC236}">
                  <a16:creationId xmlns:a16="http://schemas.microsoft.com/office/drawing/2014/main" id="{AC75143B-C717-8D04-743C-B40FB5EFB21C}"/>
                </a:ext>
                <a:ext uri="{C183D7F6-B498-43B3-948B-1728B52AA6E4}">
                  <adec:decorative xmlns:adec="http://schemas.microsoft.com/office/drawing/2017/decorative" val="1"/>
                </a:ext>
              </a:extLst>
            </p:cNvPr>
            <p:cNvSpPr/>
            <p:nvPr userDrawn="1"/>
          </p:nvSpPr>
          <p:spPr>
            <a:xfrm>
              <a:off x="11241555" y="446637"/>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accent2"/>
            </a:solidFill>
            <a:ln w="422" cap="flat">
              <a:noFill/>
              <a:prstDash val="solid"/>
              <a:miter/>
            </a:ln>
          </p:spPr>
          <p:txBody>
            <a:bodyPr rtlCol="0" anchor="ctr"/>
            <a:lstStyle/>
            <a:p>
              <a:endParaRPr lang="en-US" dirty="0"/>
            </a:p>
          </p:txBody>
        </p:sp>
      </p:grpSp>
    </p:spTree>
    <p:extLst>
      <p:ext uri="{BB962C8B-B14F-4D97-AF65-F5344CB8AC3E}">
        <p14:creationId xmlns:p14="http://schemas.microsoft.com/office/powerpoint/2010/main" val="34873764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6CF8C-1EA0-4E47-AC60-CAC3B80A3C5D}"/>
              </a:ext>
            </a:extLst>
          </p:cNvPr>
          <p:cNvSpPr>
            <a:spLocks noGrp="1"/>
          </p:cNvSpPr>
          <p:nvPr>
            <p:ph type="title" hasCustomPrompt="1"/>
          </p:nvPr>
        </p:nvSpPr>
        <p:spPr>
          <a:xfrm>
            <a:off x="1280160" y="640080"/>
            <a:ext cx="10087699" cy="1280160"/>
          </a:xfrm>
        </p:spPr>
        <p:txBody>
          <a:bodyPr lIns="0" tIns="0" rIns="0" bIns="0" anchor="b" anchorCtr="0"/>
          <a:lstStyle>
            <a:lvl1pPr>
              <a:defRPr sz="4000" b="1" cap="all" baseline="0"/>
            </a:lvl1pPr>
          </a:lstStyle>
          <a:p>
            <a:r>
              <a:rPr lang="en-US" dirty="0"/>
              <a:t>Click to add title</a:t>
            </a:r>
          </a:p>
        </p:txBody>
      </p:sp>
      <p:sp>
        <p:nvSpPr>
          <p:cNvPr id="10" name="Slide Number Placeholder 9">
            <a:extLst>
              <a:ext uri="{FF2B5EF4-FFF2-40B4-BE49-F238E27FC236}">
                <a16:creationId xmlns:a16="http://schemas.microsoft.com/office/drawing/2014/main" id="{116B8DF0-B7E6-5032-C3C7-E457E793BE37}"/>
              </a:ext>
            </a:extLst>
          </p:cNvPr>
          <p:cNvSpPr>
            <a:spLocks noGrp="1"/>
          </p:cNvSpPr>
          <p:nvPr>
            <p:ph type="sldNum" sz="quarter" idx="12"/>
          </p:nvPr>
        </p:nvSpPr>
        <p:spPr/>
        <p:txBody>
          <a:bodyPr/>
          <a:lstStyle/>
          <a:p>
            <a:fld id="{D8DA9DAA-006C-4F4B-980E-E3DF019B24E2}" type="slidenum">
              <a:rPr lang="en-US" smtClean="0"/>
              <a:pPr/>
              <a:t>‹#›</a:t>
            </a:fld>
            <a:endParaRPr lang="en-US" dirty="0"/>
          </a:p>
        </p:txBody>
      </p:sp>
      <p:sp>
        <p:nvSpPr>
          <p:cNvPr id="3" name="Content Placeholder 2">
            <a:extLst>
              <a:ext uri="{FF2B5EF4-FFF2-40B4-BE49-F238E27FC236}">
                <a16:creationId xmlns:a16="http://schemas.microsoft.com/office/drawing/2014/main" id="{628CABF8-19D8-4F3C-994F-4D35EC7A2C3E}"/>
              </a:ext>
            </a:extLst>
          </p:cNvPr>
          <p:cNvSpPr>
            <a:spLocks noGrp="1"/>
          </p:cNvSpPr>
          <p:nvPr>
            <p:ph idx="1" hasCustomPrompt="1"/>
          </p:nvPr>
        </p:nvSpPr>
        <p:spPr>
          <a:xfrm>
            <a:off x="1280160" y="2103119"/>
            <a:ext cx="10087699" cy="4114800"/>
          </a:xfrm>
        </p:spPr>
        <p:txBody>
          <a:bodyPr lIns="0" tIns="0" rIns="0" bIns="0"/>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7" name="Straight Connector 6">
            <a:extLst>
              <a:ext uri="{FF2B5EF4-FFF2-40B4-BE49-F238E27FC236}">
                <a16:creationId xmlns:a16="http://schemas.microsoft.com/office/drawing/2014/main" id="{5C05CAAB-DBA2-4548-AD5F-01BB97FBB207}"/>
              </a:ext>
              <a:ext uri="{C183D7F6-B498-43B3-948B-1728B52AA6E4}">
                <adec:decorative xmlns:adec="http://schemas.microsoft.com/office/drawing/2017/decorative" val="1"/>
              </a:ext>
            </a:extLst>
          </p:cNvPr>
          <p:cNvCxnSpPr>
            <a:cxnSpLocks/>
          </p:cNvCxnSpPr>
          <p:nvPr/>
        </p:nvCxnSpPr>
        <p:spPr>
          <a:xfrm>
            <a:off x="740664"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9" name="Footer Placeholder 8">
            <a:extLst>
              <a:ext uri="{FF2B5EF4-FFF2-40B4-BE49-F238E27FC236}">
                <a16:creationId xmlns:a16="http://schemas.microsoft.com/office/drawing/2014/main" id="{DC5F4D40-ADE4-5EEB-436C-8563A49C55F8}"/>
              </a:ext>
            </a:extLst>
          </p:cNvPr>
          <p:cNvSpPr>
            <a:spLocks noGrp="1"/>
          </p:cNvSpPr>
          <p:nvPr>
            <p:ph type="ftr" sz="quarter" idx="11"/>
          </p:nvPr>
        </p:nvSpPr>
        <p:spPr>
          <a:xfrm>
            <a:off x="1280160" y="6356350"/>
            <a:ext cx="4114800" cy="365125"/>
          </a:xfrm>
        </p:spPr>
        <p:txBody>
          <a:bodyPr lIns="0"/>
          <a:lstStyle>
            <a:lvl1pPr algn="l">
              <a:defRPr/>
            </a:lvl1pPr>
          </a:lstStyle>
          <a:p>
            <a:endParaRPr lang="en-US" dirty="0"/>
          </a:p>
        </p:txBody>
      </p:sp>
    </p:spTree>
    <p:extLst>
      <p:ext uri="{BB962C8B-B14F-4D97-AF65-F5344CB8AC3E}">
        <p14:creationId xmlns:p14="http://schemas.microsoft.com/office/powerpoint/2010/main" val="33217450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Image Bubbles and Title 1">
    <p:bg>
      <p:bgPr>
        <a:gradFill>
          <a:gsLst>
            <a:gs pos="100000">
              <a:schemeClr val="accent4"/>
            </a:gs>
            <a:gs pos="0">
              <a:schemeClr val="accent2"/>
            </a:gs>
          </a:gsLst>
          <a:lin ang="8100000" scaled="1"/>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p:nvPr>
        </p:nvSpPr>
        <p:spPr>
          <a:xfrm>
            <a:off x="2792897" y="585216"/>
            <a:ext cx="8965094" cy="2276856"/>
          </a:xfrm>
        </p:spPr>
        <p:txBody>
          <a:bodyPr lIns="0" tIns="0" rIns="0" anchor="b"/>
          <a:lstStyle>
            <a:lvl1pPr algn="r">
              <a:lnSpc>
                <a:spcPts val="4800"/>
              </a:lnSpc>
              <a:defRPr sz="4800" b="1" cap="all" spc="0" baseline="0">
                <a:solidFill>
                  <a:schemeClr val="bg1"/>
                </a:solidFill>
              </a:defRPr>
            </a:lvl1pPr>
          </a:lstStyle>
          <a:p>
            <a:r>
              <a:rPr lang="en-US"/>
              <a:t>Click to edit Master title style</a:t>
            </a:r>
            <a:endParaRPr lang="en-US" dirty="0"/>
          </a:p>
        </p:txBody>
      </p:sp>
      <p:sp>
        <p:nvSpPr>
          <p:cNvPr id="7" name="Picture Placeholder 14">
            <a:extLst>
              <a:ext uri="{FF2B5EF4-FFF2-40B4-BE49-F238E27FC236}">
                <a16:creationId xmlns:a16="http://schemas.microsoft.com/office/drawing/2014/main" id="{FC9B12A4-113B-B3F6-5926-5C2A6F504ABA}"/>
              </a:ext>
            </a:extLst>
          </p:cNvPr>
          <p:cNvSpPr>
            <a:spLocks noGrp="1"/>
          </p:cNvSpPr>
          <p:nvPr>
            <p:ph type="pic" sz="quarter" idx="14" hasCustomPrompt="1"/>
          </p:nvPr>
        </p:nvSpPr>
        <p:spPr>
          <a:xfrm>
            <a:off x="1371606" y="3205313"/>
            <a:ext cx="3043077" cy="3043083"/>
          </a:xfrm>
          <a:custGeom>
            <a:avLst/>
            <a:gdLst>
              <a:gd name="connsiteX0" fmla="*/ 2133823 w 4266960"/>
              <a:gd name="connsiteY0" fmla="*/ 0 h 4266968"/>
              <a:gd name="connsiteX1" fmla="*/ 4256628 w 4266960"/>
              <a:gd name="connsiteY1" fmla="*/ 1915652 h 4266968"/>
              <a:gd name="connsiteX2" fmla="*/ 4266960 w 4266960"/>
              <a:gd name="connsiteY2" fmla="*/ 2120258 h 4266968"/>
              <a:gd name="connsiteX3" fmla="*/ 4266960 w 4266960"/>
              <a:gd name="connsiteY3" fmla="*/ 2147389 h 4266968"/>
              <a:gd name="connsiteX4" fmla="*/ 4256628 w 4266960"/>
              <a:gd name="connsiteY4" fmla="*/ 2351994 h 4266968"/>
              <a:gd name="connsiteX5" fmla="*/ 2351994 w 4266960"/>
              <a:gd name="connsiteY5" fmla="*/ 4256629 h 4266968"/>
              <a:gd name="connsiteX6" fmla="*/ 2147230 w 4266960"/>
              <a:gd name="connsiteY6" fmla="*/ 4266968 h 4266968"/>
              <a:gd name="connsiteX7" fmla="*/ 2120416 w 4266960"/>
              <a:gd name="connsiteY7" fmla="*/ 4266968 h 4266968"/>
              <a:gd name="connsiteX8" fmla="*/ 1915652 w 4266960"/>
              <a:gd name="connsiteY8" fmla="*/ 4256629 h 4266968"/>
              <a:gd name="connsiteX9" fmla="*/ 0 w 4266960"/>
              <a:gd name="connsiteY9" fmla="*/ 2133823 h 4266968"/>
              <a:gd name="connsiteX10" fmla="*/ 2133823 w 4266960"/>
              <a:gd name="connsiteY10" fmla="*/ 0 h 4266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266960" h="4266968">
                <a:moveTo>
                  <a:pt x="2133823" y="0"/>
                </a:moveTo>
                <a:cubicBezTo>
                  <a:pt x="3238644" y="0"/>
                  <a:pt x="4147355" y="839660"/>
                  <a:pt x="4256628" y="1915652"/>
                </a:cubicBezTo>
                <a:lnTo>
                  <a:pt x="4266960" y="2120258"/>
                </a:lnTo>
                <a:lnTo>
                  <a:pt x="4266960" y="2147389"/>
                </a:lnTo>
                <a:lnTo>
                  <a:pt x="4256628" y="2351994"/>
                </a:lnTo>
                <a:cubicBezTo>
                  <a:pt x="4154640" y="3356254"/>
                  <a:pt x="3356253" y="4154640"/>
                  <a:pt x="2351994" y="4256629"/>
                </a:cubicBezTo>
                <a:lnTo>
                  <a:pt x="2147230" y="4266968"/>
                </a:lnTo>
                <a:lnTo>
                  <a:pt x="2120416" y="4266968"/>
                </a:lnTo>
                <a:lnTo>
                  <a:pt x="1915652" y="4256629"/>
                </a:lnTo>
                <a:cubicBezTo>
                  <a:pt x="839660" y="4147356"/>
                  <a:pt x="0" y="3238645"/>
                  <a:pt x="0" y="2133823"/>
                </a:cubicBezTo>
                <a:cubicBezTo>
                  <a:pt x="0" y="955346"/>
                  <a:pt x="955346" y="0"/>
                  <a:pt x="2133823" y="0"/>
                </a:cubicBezTo>
                <a:close/>
              </a:path>
            </a:pathLst>
          </a:custGeom>
        </p:spPr>
        <p:txBody>
          <a:bodyPr wrap="square" tIns="914400" anchor="t" anchorCtr="0">
            <a:noAutofit/>
          </a:bodyPr>
          <a:lstStyle>
            <a:lvl1pPr algn="ctr">
              <a:buNone/>
              <a:defRPr sz="1800">
                <a:solidFill>
                  <a:schemeClr val="bg1"/>
                </a:solidFill>
              </a:defRPr>
            </a:lvl1pPr>
          </a:lstStyle>
          <a:p>
            <a:r>
              <a:rPr lang="en-US" dirty="0"/>
              <a:t>Click to add picture</a:t>
            </a:r>
          </a:p>
        </p:txBody>
      </p:sp>
      <p:sp>
        <p:nvSpPr>
          <p:cNvPr id="16" name="Text Placeholder 15">
            <a:extLst>
              <a:ext uri="{FF2B5EF4-FFF2-40B4-BE49-F238E27FC236}">
                <a16:creationId xmlns:a16="http://schemas.microsoft.com/office/drawing/2014/main" id="{A928810C-E773-43AE-A2A1-4073955CC8DA}"/>
              </a:ext>
            </a:extLst>
          </p:cNvPr>
          <p:cNvSpPr>
            <a:spLocks noGrp="1"/>
          </p:cNvSpPr>
          <p:nvPr>
            <p:ph type="body" sz="quarter" idx="13" hasCustomPrompt="1"/>
          </p:nvPr>
        </p:nvSpPr>
        <p:spPr>
          <a:xfrm>
            <a:off x="5640609" y="3127248"/>
            <a:ext cx="6117381" cy="3017520"/>
          </a:xfrm>
        </p:spPr>
        <p:txBody>
          <a:bodyPr lIns="0" tIns="0" rIns="0" bIns="0">
            <a:normAutofit/>
          </a:bodyPr>
          <a:lstStyle>
            <a:lvl1pPr marL="0" indent="0" algn="r">
              <a:spcBef>
                <a:spcPts val="1200"/>
              </a:spcBef>
              <a:buNone/>
              <a:defRPr sz="2400">
                <a:solidFill>
                  <a:schemeClr val="bg1"/>
                </a:solidFill>
              </a:defRPr>
            </a:lvl1pPr>
          </a:lstStyle>
          <a:p>
            <a:pPr lvl="0"/>
            <a:r>
              <a:rPr lang="en-US" dirty="0"/>
              <a:t>Click to add text</a:t>
            </a:r>
          </a:p>
        </p:txBody>
      </p:sp>
      <p:grpSp>
        <p:nvGrpSpPr>
          <p:cNvPr id="3" name="Group 2">
            <a:extLst>
              <a:ext uri="{FF2B5EF4-FFF2-40B4-BE49-F238E27FC236}">
                <a16:creationId xmlns:a16="http://schemas.microsoft.com/office/drawing/2014/main" id="{8AF51D36-DB19-27CD-47E0-A4261648DA12}"/>
              </a:ext>
              <a:ext uri="{C183D7F6-B498-43B3-948B-1728B52AA6E4}">
                <adec:decorative xmlns:adec="http://schemas.microsoft.com/office/drawing/2017/decorative" val="1"/>
              </a:ext>
            </a:extLst>
          </p:cNvPr>
          <p:cNvGrpSpPr/>
          <p:nvPr userDrawn="1"/>
        </p:nvGrpSpPr>
        <p:grpSpPr>
          <a:xfrm rot="18614240">
            <a:off x="3975343" y="2819532"/>
            <a:ext cx="465456" cy="581432"/>
            <a:chOff x="7843462" y="2744546"/>
            <a:chExt cx="465456" cy="581432"/>
          </a:xfrm>
        </p:grpSpPr>
        <p:sp>
          <p:nvSpPr>
            <p:cNvPr id="4" name="Graphic 12">
              <a:extLst>
                <a:ext uri="{FF2B5EF4-FFF2-40B4-BE49-F238E27FC236}">
                  <a16:creationId xmlns:a16="http://schemas.microsoft.com/office/drawing/2014/main" id="{3EFED0E0-17D4-C5B0-09D0-B43338A856B3}"/>
                </a:ext>
              </a:extLst>
            </p:cNvPr>
            <p:cNvSpPr/>
            <p:nvPr userDrawn="1"/>
          </p:nvSpPr>
          <p:spPr>
            <a:xfrm>
              <a:off x="8217780" y="2973840"/>
              <a:ext cx="91138" cy="91138"/>
            </a:xfrm>
            <a:custGeom>
              <a:avLst/>
              <a:gdLst>
                <a:gd name="connsiteX0" fmla="*/ 91138 w 91138"/>
                <a:gd name="connsiteY0" fmla="*/ 45569 h 91138"/>
                <a:gd name="connsiteX1" fmla="*/ 45569 w 91138"/>
                <a:gd name="connsiteY1" fmla="*/ 91138 h 91138"/>
                <a:gd name="connsiteX2" fmla="*/ 0 w 91138"/>
                <a:gd name="connsiteY2" fmla="*/ 45569 h 91138"/>
                <a:gd name="connsiteX3" fmla="*/ 45569 w 91138"/>
                <a:gd name="connsiteY3" fmla="*/ 0 h 91138"/>
                <a:gd name="connsiteX4" fmla="*/ 91138 w 91138"/>
                <a:gd name="connsiteY4" fmla="*/ 45569 h 911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1138" h="91138">
                  <a:moveTo>
                    <a:pt x="91138" y="45569"/>
                  </a:moveTo>
                  <a:cubicBezTo>
                    <a:pt x="91138" y="70736"/>
                    <a:pt x="70736" y="91138"/>
                    <a:pt x="45569" y="91138"/>
                  </a:cubicBezTo>
                  <a:cubicBezTo>
                    <a:pt x="20402" y="91138"/>
                    <a:pt x="0" y="70736"/>
                    <a:pt x="0" y="45569"/>
                  </a:cubicBezTo>
                  <a:cubicBezTo>
                    <a:pt x="0" y="20402"/>
                    <a:pt x="20402" y="0"/>
                    <a:pt x="45569" y="0"/>
                  </a:cubicBezTo>
                  <a:cubicBezTo>
                    <a:pt x="70736" y="0"/>
                    <a:pt x="91138" y="20402"/>
                    <a:pt x="91138" y="45569"/>
                  </a:cubicBezTo>
                  <a:close/>
                </a:path>
              </a:pathLst>
            </a:custGeom>
            <a:solidFill>
              <a:schemeClr val="bg1"/>
            </a:solidFill>
            <a:ln w="422" cap="flat">
              <a:noFill/>
              <a:prstDash val="solid"/>
              <a:miter/>
            </a:ln>
          </p:spPr>
          <p:txBody>
            <a:bodyPr rtlCol="0" anchor="ctr"/>
            <a:lstStyle/>
            <a:p>
              <a:endParaRPr lang="en-US" dirty="0"/>
            </a:p>
          </p:txBody>
        </p:sp>
        <p:sp>
          <p:nvSpPr>
            <p:cNvPr id="5" name="Graphic 13">
              <a:extLst>
                <a:ext uri="{FF2B5EF4-FFF2-40B4-BE49-F238E27FC236}">
                  <a16:creationId xmlns:a16="http://schemas.microsoft.com/office/drawing/2014/main" id="{8F798BBE-9B6F-700D-08A1-09ABC5388CCE}"/>
                </a:ext>
              </a:extLst>
            </p:cNvPr>
            <p:cNvSpPr/>
            <p:nvPr userDrawn="1"/>
          </p:nvSpPr>
          <p:spPr>
            <a:xfrm>
              <a:off x="7859002" y="2744546"/>
              <a:ext cx="139038" cy="139038"/>
            </a:xfrm>
            <a:custGeom>
              <a:avLst/>
              <a:gdLst>
                <a:gd name="connsiteX0" fmla="*/ 129601 w 139038"/>
                <a:gd name="connsiteY0" fmla="*/ 60082 h 139038"/>
                <a:gd name="connsiteX1" fmla="*/ 78956 w 139038"/>
                <a:gd name="connsiteY1" fmla="*/ 60082 h 139038"/>
                <a:gd name="connsiteX2" fmla="*/ 78956 w 139038"/>
                <a:gd name="connsiteY2" fmla="*/ 9437 h 139038"/>
                <a:gd name="connsiteX3" fmla="*/ 69519 w 139038"/>
                <a:gd name="connsiteY3" fmla="*/ 0 h 139038"/>
                <a:gd name="connsiteX4" fmla="*/ 60082 w 139038"/>
                <a:gd name="connsiteY4" fmla="*/ 9437 h 139038"/>
                <a:gd name="connsiteX5" fmla="*/ 60082 w 139038"/>
                <a:gd name="connsiteY5" fmla="*/ 60082 h 139038"/>
                <a:gd name="connsiteX6" fmla="*/ 9437 w 139038"/>
                <a:gd name="connsiteY6" fmla="*/ 60082 h 139038"/>
                <a:gd name="connsiteX7" fmla="*/ 0 w 139038"/>
                <a:gd name="connsiteY7" fmla="*/ 69519 h 139038"/>
                <a:gd name="connsiteX8" fmla="*/ 9437 w 139038"/>
                <a:gd name="connsiteY8" fmla="*/ 78956 h 139038"/>
                <a:gd name="connsiteX9" fmla="*/ 60082 w 139038"/>
                <a:gd name="connsiteY9" fmla="*/ 78956 h 139038"/>
                <a:gd name="connsiteX10" fmla="*/ 60082 w 139038"/>
                <a:gd name="connsiteY10" fmla="*/ 129601 h 139038"/>
                <a:gd name="connsiteX11" fmla="*/ 69519 w 139038"/>
                <a:gd name="connsiteY11" fmla="*/ 139038 h 139038"/>
                <a:gd name="connsiteX12" fmla="*/ 78956 w 139038"/>
                <a:gd name="connsiteY12" fmla="*/ 129601 h 139038"/>
                <a:gd name="connsiteX13" fmla="*/ 78956 w 139038"/>
                <a:gd name="connsiteY13" fmla="*/ 78956 h 139038"/>
                <a:gd name="connsiteX14" fmla="*/ 129601 w 139038"/>
                <a:gd name="connsiteY14" fmla="*/ 78956 h 139038"/>
                <a:gd name="connsiteX15" fmla="*/ 139038 w 139038"/>
                <a:gd name="connsiteY15" fmla="*/ 69519 h 139038"/>
                <a:gd name="connsiteX16" fmla="*/ 129601 w 139038"/>
                <a:gd name="connsiteY16" fmla="*/ 60082 h 139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39038" h="139038">
                  <a:moveTo>
                    <a:pt x="129601" y="60082"/>
                  </a:moveTo>
                  <a:lnTo>
                    <a:pt x="78956" y="60082"/>
                  </a:lnTo>
                  <a:lnTo>
                    <a:pt x="78956" y="9437"/>
                  </a:lnTo>
                  <a:cubicBezTo>
                    <a:pt x="78956" y="4225"/>
                    <a:pt x="74731" y="0"/>
                    <a:pt x="69519" y="0"/>
                  </a:cubicBezTo>
                  <a:cubicBezTo>
                    <a:pt x="64307" y="0"/>
                    <a:pt x="60082" y="4225"/>
                    <a:pt x="60082" y="9437"/>
                  </a:cubicBezTo>
                  <a:lnTo>
                    <a:pt x="60082" y="60082"/>
                  </a:lnTo>
                  <a:lnTo>
                    <a:pt x="9437" y="60082"/>
                  </a:lnTo>
                  <a:cubicBezTo>
                    <a:pt x="4225" y="60082"/>
                    <a:pt x="0" y="64307"/>
                    <a:pt x="0" y="69519"/>
                  </a:cubicBezTo>
                  <a:cubicBezTo>
                    <a:pt x="0" y="74731"/>
                    <a:pt x="4225" y="78956"/>
                    <a:pt x="9437" y="78956"/>
                  </a:cubicBezTo>
                  <a:lnTo>
                    <a:pt x="60082" y="78956"/>
                  </a:lnTo>
                  <a:lnTo>
                    <a:pt x="60082" y="129601"/>
                  </a:lnTo>
                  <a:cubicBezTo>
                    <a:pt x="60082" y="134813"/>
                    <a:pt x="64307" y="139038"/>
                    <a:pt x="69519" y="139038"/>
                  </a:cubicBezTo>
                  <a:cubicBezTo>
                    <a:pt x="74731" y="139038"/>
                    <a:pt x="78956" y="134813"/>
                    <a:pt x="78956" y="129601"/>
                  </a:cubicBezTo>
                  <a:lnTo>
                    <a:pt x="78956" y="78956"/>
                  </a:lnTo>
                  <a:lnTo>
                    <a:pt x="129601" y="78956"/>
                  </a:lnTo>
                  <a:cubicBezTo>
                    <a:pt x="134813" y="78956"/>
                    <a:pt x="139038" y="74731"/>
                    <a:pt x="139038" y="69519"/>
                  </a:cubicBezTo>
                  <a:cubicBezTo>
                    <a:pt x="139038" y="64307"/>
                    <a:pt x="134813" y="60082"/>
                    <a:pt x="129601" y="60082"/>
                  </a:cubicBezTo>
                  <a:close/>
                </a:path>
              </a:pathLst>
            </a:custGeom>
            <a:solidFill>
              <a:schemeClr val="bg1"/>
            </a:solidFill>
            <a:ln w="603" cap="flat">
              <a:noFill/>
              <a:prstDash val="solid"/>
              <a:miter/>
            </a:ln>
          </p:spPr>
          <p:txBody>
            <a:bodyPr rtlCol="0" anchor="ctr"/>
            <a:lstStyle/>
            <a:p>
              <a:endParaRPr lang="en-US" dirty="0"/>
            </a:p>
          </p:txBody>
        </p:sp>
        <p:sp>
          <p:nvSpPr>
            <p:cNvPr id="6" name="Graphic 15">
              <a:extLst>
                <a:ext uri="{FF2B5EF4-FFF2-40B4-BE49-F238E27FC236}">
                  <a16:creationId xmlns:a16="http://schemas.microsoft.com/office/drawing/2014/main" id="{4AE2D1C5-9D85-9049-690C-3AFCE7E2DA56}"/>
                </a:ext>
              </a:extLst>
            </p:cNvPr>
            <p:cNvSpPr/>
            <p:nvPr userDrawn="1"/>
          </p:nvSpPr>
          <p:spPr>
            <a:xfrm>
              <a:off x="7843462" y="3198265"/>
              <a:ext cx="127713" cy="127713"/>
            </a:xfrm>
            <a:custGeom>
              <a:avLst/>
              <a:gdLst>
                <a:gd name="connsiteX0" fmla="*/ 63857 w 127713"/>
                <a:gd name="connsiteY0" fmla="*/ 18874 h 127713"/>
                <a:gd name="connsiteX1" fmla="*/ 108839 w 127713"/>
                <a:gd name="connsiteY1" fmla="*/ 63857 h 127713"/>
                <a:gd name="connsiteX2" fmla="*/ 63857 w 127713"/>
                <a:gd name="connsiteY2" fmla="*/ 108839 h 127713"/>
                <a:gd name="connsiteX3" fmla="*/ 18874 w 127713"/>
                <a:gd name="connsiteY3" fmla="*/ 63857 h 127713"/>
                <a:gd name="connsiteX4" fmla="*/ 63857 w 127713"/>
                <a:gd name="connsiteY4" fmla="*/ 18874 h 127713"/>
                <a:gd name="connsiteX5" fmla="*/ 63857 w 127713"/>
                <a:gd name="connsiteY5" fmla="*/ 0 h 127713"/>
                <a:gd name="connsiteX6" fmla="*/ 0 w 127713"/>
                <a:gd name="connsiteY6" fmla="*/ 63857 h 127713"/>
                <a:gd name="connsiteX7" fmla="*/ 63857 w 127713"/>
                <a:gd name="connsiteY7" fmla="*/ 127713 h 127713"/>
                <a:gd name="connsiteX8" fmla="*/ 127713 w 127713"/>
                <a:gd name="connsiteY8" fmla="*/ 63857 h 127713"/>
                <a:gd name="connsiteX9" fmla="*/ 63857 w 127713"/>
                <a:gd name="connsiteY9" fmla="*/ 0 h 127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7713" h="127713">
                  <a:moveTo>
                    <a:pt x="63857" y="18874"/>
                  </a:moveTo>
                  <a:cubicBezTo>
                    <a:pt x="88700" y="18874"/>
                    <a:pt x="108839" y="39013"/>
                    <a:pt x="108839" y="63857"/>
                  </a:cubicBezTo>
                  <a:cubicBezTo>
                    <a:pt x="108839" y="88700"/>
                    <a:pt x="88700" y="108839"/>
                    <a:pt x="63857" y="108839"/>
                  </a:cubicBezTo>
                  <a:cubicBezTo>
                    <a:pt x="39013" y="108839"/>
                    <a:pt x="18874" y="88700"/>
                    <a:pt x="18874" y="63857"/>
                  </a:cubicBezTo>
                  <a:cubicBezTo>
                    <a:pt x="18898" y="39023"/>
                    <a:pt x="39023" y="18898"/>
                    <a:pt x="63857" y="18874"/>
                  </a:cubicBezTo>
                  <a:moveTo>
                    <a:pt x="63857" y="0"/>
                  </a:moveTo>
                  <a:cubicBezTo>
                    <a:pt x="28590" y="0"/>
                    <a:pt x="0" y="28590"/>
                    <a:pt x="0" y="63857"/>
                  </a:cubicBezTo>
                  <a:cubicBezTo>
                    <a:pt x="0" y="99124"/>
                    <a:pt x="28590" y="127713"/>
                    <a:pt x="63857" y="127713"/>
                  </a:cubicBezTo>
                  <a:cubicBezTo>
                    <a:pt x="99124" y="127713"/>
                    <a:pt x="127713" y="99124"/>
                    <a:pt x="127713" y="63857"/>
                  </a:cubicBezTo>
                  <a:cubicBezTo>
                    <a:pt x="127713" y="28590"/>
                    <a:pt x="99124" y="0"/>
                    <a:pt x="63857" y="0"/>
                  </a:cubicBezTo>
                  <a:close/>
                </a:path>
              </a:pathLst>
            </a:custGeom>
            <a:solidFill>
              <a:schemeClr val="bg1"/>
            </a:solidFill>
            <a:ln w="610" cap="flat">
              <a:noFill/>
              <a:prstDash val="solid"/>
              <a:miter/>
            </a:ln>
          </p:spPr>
          <p:txBody>
            <a:bodyPr rtlCol="0" anchor="ctr"/>
            <a:lstStyle/>
            <a:p>
              <a:endParaRPr lang="en-US" dirty="0"/>
            </a:p>
          </p:txBody>
        </p:sp>
      </p:grpSp>
      <p:cxnSp>
        <p:nvCxnSpPr>
          <p:cNvPr id="13" name="Straight Connector 12">
            <a:extLst>
              <a:ext uri="{FF2B5EF4-FFF2-40B4-BE49-F238E27FC236}">
                <a16:creationId xmlns:a16="http://schemas.microsoft.com/office/drawing/2014/main" id="{9D0FE75D-ACD3-655E-58A7-8F2C182760B4}"/>
              </a:ext>
              <a:ext uri="{C183D7F6-B498-43B3-948B-1728B52AA6E4}">
                <adec:decorative xmlns:adec="http://schemas.microsoft.com/office/drawing/2017/decorative" val="1"/>
              </a:ext>
            </a:extLst>
          </p:cNvPr>
          <p:cNvCxnSpPr>
            <a:cxnSpLocks/>
          </p:cNvCxnSpPr>
          <p:nvPr userDrawn="1"/>
        </p:nvCxnSpPr>
        <p:spPr>
          <a:xfrm>
            <a:off x="740664" y="3503032"/>
            <a:ext cx="0" cy="3346090"/>
          </a:xfrm>
          <a:prstGeom prst="line">
            <a:avLst/>
          </a:prstGeom>
          <a:ln w="25400" cap="sq">
            <a:solidFill>
              <a:schemeClr val="bg1"/>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93626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9F227-D21C-48B3-828A-6BFA9585E82F}"/>
              </a:ext>
            </a:extLst>
          </p:cNvPr>
          <p:cNvSpPr>
            <a:spLocks noGrp="1"/>
          </p:cNvSpPr>
          <p:nvPr>
            <p:ph type="title" hasCustomPrompt="1"/>
          </p:nvPr>
        </p:nvSpPr>
        <p:spPr>
          <a:xfrm>
            <a:off x="838200" y="136525"/>
            <a:ext cx="10515600" cy="1509713"/>
          </a:xfrm>
        </p:spPr>
        <p:txBody>
          <a:bodyPr/>
          <a:lstStyle/>
          <a:p>
            <a:r>
              <a:rPr lang="en-US" dirty="0"/>
              <a:t>Click to add title</a:t>
            </a:r>
          </a:p>
        </p:txBody>
      </p:sp>
      <p:sp>
        <p:nvSpPr>
          <p:cNvPr id="4" name="Footer Placeholder 3">
            <a:extLst>
              <a:ext uri="{FF2B5EF4-FFF2-40B4-BE49-F238E27FC236}">
                <a16:creationId xmlns:a16="http://schemas.microsoft.com/office/drawing/2014/main" id="{7EBC03C0-6EB7-4633-967C-12C35768BB58}"/>
              </a:ext>
            </a:extLst>
          </p:cNvPr>
          <p:cNvSpPr>
            <a:spLocks noGrp="1"/>
          </p:cNvSpPr>
          <p:nvPr>
            <p:ph type="ftr" sz="quarter" idx="11"/>
          </p:nvPr>
        </p:nvSpPr>
        <p:spPr>
          <a:xfrm>
            <a:off x="7239000" y="6356350"/>
            <a:ext cx="4114800" cy="365125"/>
          </a:xfrm>
          <a:prstGeom prst="rect">
            <a:avLst/>
          </a:prstGeom>
        </p:spPr>
        <p:txBody>
          <a:bodyPr/>
          <a:lstStyle/>
          <a:p>
            <a:endParaRPr lang="en-US" dirty="0"/>
          </a:p>
        </p:txBody>
      </p:sp>
      <p:sp>
        <p:nvSpPr>
          <p:cNvPr id="5" name="Slide Number Placeholder 4">
            <a:extLst>
              <a:ext uri="{FF2B5EF4-FFF2-40B4-BE49-F238E27FC236}">
                <a16:creationId xmlns:a16="http://schemas.microsoft.com/office/drawing/2014/main" id="{30FF4306-91CD-4B7B-8A53-34BE8F997581}"/>
              </a:ext>
            </a:extLst>
          </p:cNvPr>
          <p:cNvSpPr>
            <a:spLocks noGrp="1"/>
          </p:cNvSpPr>
          <p:nvPr>
            <p:ph type="sldNum" sz="quarter" idx="12"/>
          </p:nvPr>
        </p:nvSpPr>
        <p:spPr>
          <a:xfrm>
            <a:off x="484632" y="726630"/>
            <a:ext cx="520991" cy="517379"/>
          </a:xfrm>
        </p:spPr>
        <p:txBody>
          <a:bodyPr/>
          <a:lstStyle/>
          <a:p>
            <a:fld id="{D8DA9DAA-006C-4F4B-980E-E3DF019B24E2}" type="slidenum">
              <a:rPr lang="en-US" smtClean="0"/>
              <a:t>‹#›</a:t>
            </a:fld>
            <a:endParaRPr lang="en-US" dirty="0"/>
          </a:p>
        </p:txBody>
      </p:sp>
      <p:cxnSp>
        <p:nvCxnSpPr>
          <p:cNvPr id="3" name="Straight Connector 2">
            <a:extLst>
              <a:ext uri="{FF2B5EF4-FFF2-40B4-BE49-F238E27FC236}">
                <a16:creationId xmlns:a16="http://schemas.microsoft.com/office/drawing/2014/main" id="{B5B2B208-F5B9-0151-C982-A389CB0B2996}"/>
              </a:ext>
              <a:ext uri="{C183D7F6-B498-43B3-948B-1728B52AA6E4}">
                <adec:decorative xmlns:adec="http://schemas.microsoft.com/office/drawing/2017/decorative" val="1"/>
              </a:ext>
            </a:extLst>
          </p:cNvPr>
          <p:cNvCxnSpPr>
            <a:cxnSpLocks/>
          </p:cNvCxnSpPr>
          <p:nvPr userDrawn="1"/>
        </p:nvCxnSpPr>
        <p:spPr>
          <a:xfrm>
            <a:off x="715890"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632910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20EEA6CA-DE1E-18ED-E69E-54A1372FE216}"/>
              </a:ext>
              <a:ext uri="{C183D7F6-B498-43B3-948B-1728B52AA6E4}">
                <adec:decorative xmlns:adec="http://schemas.microsoft.com/office/drawing/2017/decorative" val="1"/>
              </a:ext>
            </a:extLst>
          </p:cNvPr>
          <p:cNvCxnSpPr>
            <a:cxnSpLocks/>
          </p:cNvCxnSpPr>
          <p:nvPr userDrawn="1"/>
        </p:nvCxnSpPr>
        <p:spPr>
          <a:xfrm>
            <a:off x="715890" y="1371600"/>
            <a:ext cx="0" cy="5486400"/>
          </a:xfrm>
          <a:prstGeom prst="line">
            <a:avLst/>
          </a:prstGeom>
          <a:ln w="25400" cap="sq">
            <a:gradFill flip="none" rotWithShape="1">
              <a:gsLst>
                <a:gs pos="0">
                  <a:schemeClr val="accent2"/>
                </a:gs>
                <a:gs pos="100000">
                  <a:schemeClr val="accent4"/>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8" name="Footer Placeholder 7">
            <a:extLst>
              <a:ext uri="{FF2B5EF4-FFF2-40B4-BE49-F238E27FC236}">
                <a16:creationId xmlns:a16="http://schemas.microsoft.com/office/drawing/2014/main" id="{2F973C81-5E94-41F6-CE15-3B4763B3ABEB}"/>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2C835B5C-F994-9D57-3118-919EE90F57E1}"/>
              </a:ext>
            </a:extLst>
          </p:cNvPr>
          <p:cNvSpPr>
            <a:spLocks noGrp="1"/>
          </p:cNvSpPr>
          <p:nvPr>
            <p:ph type="sldNum" sz="quarter" idx="12"/>
          </p:nvPr>
        </p:nvSpPr>
        <p:spPr/>
        <p:txBody>
          <a:bodyPr/>
          <a:lstStyle/>
          <a:p>
            <a:fld id="{D8DA9DAA-006C-4F4B-980E-E3DF019B24E2}" type="slidenum">
              <a:rPr lang="en-US" smtClean="0"/>
              <a:pPr/>
              <a:t>‹#›</a:t>
            </a:fld>
            <a:endParaRPr lang="en-US" dirty="0"/>
          </a:p>
        </p:txBody>
      </p:sp>
    </p:spTree>
    <p:extLst>
      <p:ext uri="{BB962C8B-B14F-4D97-AF65-F5344CB8AC3E}">
        <p14:creationId xmlns:p14="http://schemas.microsoft.com/office/powerpoint/2010/main" val="38408676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FDA4224-F4E4-47A4-ACF7-2317493908AE}"/>
              </a:ext>
            </a:extLst>
          </p:cNvPr>
          <p:cNvSpPr>
            <a:spLocks noGrp="1"/>
          </p:cNvSpPr>
          <p:nvPr>
            <p:ph type="title"/>
          </p:nvPr>
        </p:nvSpPr>
        <p:spPr>
          <a:xfrm>
            <a:off x="1435394" y="1"/>
            <a:ext cx="9918405" cy="1646237"/>
          </a:xfrm>
          <a:prstGeom prst="rect">
            <a:avLst/>
          </a:prstGeom>
        </p:spPr>
        <p:txBody>
          <a:bodyPr vert="horz" lIns="91440" tIns="45720" rIns="91440" bIns="45720" rtlCol="0" anchor="b" anchorCtr="0">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1679907-DC49-4B86-A34C-C97DBC26A938}"/>
              </a:ext>
            </a:extLst>
          </p:cNvPr>
          <p:cNvSpPr>
            <a:spLocks noGrp="1"/>
          </p:cNvSpPr>
          <p:nvPr>
            <p:ph type="body" idx="1"/>
          </p:nvPr>
        </p:nvSpPr>
        <p:spPr>
          <a:xfrm>
            <a:off x="1435394" y="1825625"/>
            <a:ext cx="9918405"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F6C0E9BD-90BD-46AE-8A0D-06796ADB760A}"/>
              </a:ext>
            </a:extLst>
          </p:cNvPr>
          <p:cNvSpPr>
            <a:spLocks noGrp="1"/>
          </p:cNvSpPr>
          <p:nvPr>
            <p:ph type="sldNum" sz="quarter" idx="4"/>
          </p:nvPr>
        </p:nvSpPr>
        <p:spPr>
          <a:xfrm>
            <a:off x="486121" y="726630"/>
            <a:ext cx="520991" cy="517379"/>
          </a:xfrm>
          <a:prstGeom prst="rect">
            <a:avLst/>
          </a:prstGeom>
        </p:spPr>
        <p:txBody>
          <a:bodyPr vert="horz" lIns="0" tIns="0" rIns="0" bIns="0" rtlCol="0" anchor="t" anchorCtr="0"/>
          <a:lstStyle>
            <a:lvl1pPr algn="ctr">
              <a:defRPr sz="1800" b="1" i="0" cap="all" spc="100" baseline="0">
                <a:solidFill>
                  <a:schemeClr val="accent2"/>
                </a:solidFill>
              </a:defRPr>
            </a:lvl1pPr>
          </a:lstStyle>
          <a:p>
            <a:fld id="{D8DA9DAA-006C-4F4B-980E-E3DF019B24E2}" type="slidenum">
              <a:rPr lang="en-US" smtClean="0"/>
              <a:pPr/>
              <a:t>‹#›</a:t>
            </a:fld>
            <a:endParaRPr lang="en-US" dirty="0"/>
          </a:p>
        </p:txBody>
      </p:sp>
      <p:sp>
        <p:nvSpPr>
          <p:cNvPr id="4" name="Date Placeholder 3">
            <a:extLst>
              <a:ext uri="{FF2B5EF4-FFF2-40B4-BE49-F238E27FC236}">
                <a16:creationId xmlns:a16="http://schemas.microsoft.com/office/drawing/2014/main" id="{B1EF1C86-6A9C-D287-D381-5634A69BF1C8}"/>
              </a:ext>
            </a:extLst>
          </p:cNvPr>
          <p:cNvSpPr>
            <a:spLocks noGrp="1"/>
          </p:cNvSpPr>
          <p:nvPr>
            <p:ph type="dt" sz="half" idx="2"/>
          </p:nvPr>
        </p:nvSpPr>
        <p:spPr>
          <a:xfrm>
            <a:off x="1435394" y="6356350"/>
            <a:ext cx="2743200" cy="365125"/>
          </a:xfrm>
          <a:prstGeom prst="rect">
            <a:avLst/>
          </a:prstGeom>
        </p:spPr>
        <p:txBody>
          <a:bodyPr vert="horz" lIns="0" tIns="45720" rIns="91440" bIns="45720" rtlCol="0" anchor="ctr"/>
          <a:lstStyle>
            <a:lvl1pPr algn="l">
              <a:defRPr sz="1200">
                <a:solidFill>
                  <a:schemeClr val="tx1">
                    <a:tint val="75000"/>
                  </a:schemeClr>
                </a:solidFill>
              </a:defRPr>
            </a:lvl1pPr>
          </a:lstStyle>
          <a:p>
            <a:r>
              <a:rPr lang="en-US"/>
              <a:t>20XX</a:t>
            </a:r>
            <a:endParaRPr lang="en-US" dirty="0"/>
          </a:p>
        </p:txBody>
      </p:sp>
      <p:sp>
        <p:nvSpPr>
          <p:cNvPr id="5" name="Footer Placeholder 4">
            <a:extLst>
              <a:ext uri="{FF2B5EF4-FFF2-40B4-BE49-F238E27FC236}">
                <a16:creationId xmlns:a16="http://schemas.microsoft.com/office/drawing/2014/main" id="{621B8477-3F24-EDCB-C8AC-84336363918B}"/>
              </a:ext>
            </a:extLst>
          </p:cNvPr>
          <p:cNvSpPr>
            <a:spLocks noGrp="1"/>
          </p:cNvSpPr>
          <p:nvPr>
            <p:ph type="ftr" sz="quarter" idx="3"/>
          </p:nvPr>
        </p:nvSpPr>
        <p:spPr>
          <a:xfrm>
            <a:off x="7238999" y="6356350"/>
            <a:ext cx="4114800" cy="365125"/>
          </a:xfrm>
          <a:prstGeom prst="rect">
            <a:avLst/>
          </a:prstGeom>
        </p:spPr>
        <p:txBody>
          <a:bodyPr vert="horz" lIns="91440" tIns="45720" rIns="0" bIns="45720" rtlCol="0" anchor="ctr"/>
          <a:lstStyle>
            <a:lvl1pPr algn="r">
              <a:defRPr sz="1200">
                <a:solidFill>
                  <a:schemeClr val="tx1">
                    <a:tint val="75000"/>
                  </a:schemeClr>
                </a:solidFill>
              </a:defRPr>
            </a:lvl1pPr>
          </a:lstStyle>
          <a:p>
            <a:endParaRPr lang="en-US" dirty="0"/>
          </a:p>
        </p:txBody>
      </p:sp>
    </p:spTree>
    <p:extLst>
      <p:ext uri="{BB962C8B-B14F-4D97-AF65-F5344CB8AC3E}">
        <p14:creationId xmlns:p14="http://schemas.microsoft.com/office/powerpoint/2010/main" val="1999713800"/>
      </p:ext>
    </p:extLst>
  </p:cSld>
  <p:clrMap bg1="lt1" tx1="dk1" bg2="lt2" tx2="dk2" accent1="accent1" accent2="accent2" accent3="accent3" accent4="accent4" accent5="accent5" accent6="accent6" hlink="hlink" folHlink="folHlink"/>
  <p:sldLayoutIdLst>
    <p:sldLayoutId id="2147483708" r:id="rId1"/>
    <p:sldLayoutId id="2147483717" r:id="rId2"/>
    <p:sldLayoutId id="2147483728" r:id="rId3"/>
    <p:sldLayoutId id="2147483729" r:id="rId4"/>
    <p:sldLayoutId id="2147483710" r:id="rId5"/>
    <p:sldLayoutId id="2147483727" r:id="rId6"/>
    <p:sldLayoutId id="2147483701" r:id="rId7"/>
    <p:sldLayoutId id="2147483721" r:id="rId8"/>
    <p:sldLayoutId id="2147483720" r:id="rId9"/>
    <p:sldLayoutId id="2147483730" r:id="rId10"/>
    <p:sldLayoutId id="2147483722" r:id="rId11"/>
    <p:sldLayoutId id="2147483698" r:id="rId12"/>
    <p:sldLayoutId id="2147483732" r:id="rId13"/>
    <p:sldLayoutId id="2147483702" r:id="rId14"/>
    <p:sldLayoutId id="2147483703" r:id="rId15"/>
  </p:sldLayoutIdLst>
  <p:hf sldNum="0" hdr="0" ftr="0"/>
  <p:txStyles>
    <p:titleStyle>
      <a:lvl1pPr algn="l" defTabSz="914400" rtl="0" eaLnBrk="1" latinLnBrk="0" hangingPunct="1">
        <a:lnSpc>
          <a:spcPts val="4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A9968B-2619-4F71-AB00-4C493E120805}"/>
              </a:ext>
            </a:extLst>
          </p:cNvPr>
          <p:cNvSpPr>
            <a:spLocks noGrp="1"/>
          </p:cNvSpPr>
          <p:nvPr>
            <p:ph type="ctrTitle"/>
          </p:nvPr>
        </p:nvSpPr>
        <p:spPr>
          <a:xfrm>
            <a:off x="1280159" y="357809"/>
            <a:ext cx="7983110" cy="3080335"/>
          </a:xfrm>
        </p:spPr>
        <p:txBody>
          <a:bodyPr/>
          <a:lstStyle/>
          <a:p>
            <a:r>
              <a:rPr lang="en-US" dirty="0"/>
              <a:t>MLB Baseball as a network</a:t>
            </a:r>
          </a:p>
        </p:txBody>
      </p:sp>
      <p:sp>
        <p:nvSpPr>
          <p:cNvPr id="3" name="TextBox 2">
            <a:extLst>
              <a:ext uri="{FF2B5EF4-FFF2-40B4-BE49-F238E27FC236}">
                <a16:creationId xmlns:a16="http://schemas.microsoft.com/office/drawing/2014/main" id="{F9A43DB2-4250-B40A-A830-EA6EDF847F8C}"/>
              </a:ext>
            </a:extLst>
          </p:cNvPr>
          <p:cNvSpPr txBox="1"/>
          <p:nvPr/>
        </p:nvSpPr>
        <p:spPr>
          <a:xfrm>
            <a:off x="1700612" y="3623417"/>
            <a:ext cx="4708733" cy="523220"/>
          </a:xfrm>
          <a:prstGeom prst="rect">
            <a:avLst/>
          </a:prstGeom>
          <a:noFill/>
        </p:spPr>
        <p:txBody>
          <a:bodyPr wrap="square" rtlCol="0">
            <a:spAutoFit/>
          </a:bodyPr>
          <a:lstStyle/>
          <a:p>
            <a:r>
              <a:rPr lang="en-US" sz="2800" dirty="0">
                <a:solidFill>
                  <a:schemeClr val="bg1"/>
                </a:solidFill>
              </a:rPr>
              <a:t>Marin Aske</a:t>
            </a:r>
          </a:p>
        </p:txBody>
      </p:sp>
    </p:spTree>
    <p:extLst>
      <p:ext uri="{BB962C8B-B14F-4D97-AF65-F5344CB8AC3E}">
        <p14:creationId xmlns:p14="http://schemas.microsoft.com/office/powerpoint/2010/main" val="29554030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243DF-1FE9-01BE-435F-1729F4AB3DE4}"/>
              </a:ext>
            </a:extLst>
          </p:cNvPr>
          <p:cNvSpPr>
            <a:spLocks noGrp="1"/>
          </p:cNvSpPr>
          <p:nvPr>
            <p:ph type="title"/>
          </p:nvPr>
        </p:nvSpPr>
        <p:spPr>
          <a:xfrm>
            <a:off x="5056723" y="152729"/>
            <a:ext cx="5918072" cy="2276856"/>
          </a:xfrm>
        </p:spPr>
        <p:txBody>
          <a:bodyPr/>
          <a:lstStyle/>
          <a:p>
            <a:r>
              <a:rPr lang="en-US" dirty="0"/>
              <a:t>The network should look like this</a:t>
            </a:r>
          </a:p>
        </p:txBody>
      </p:sp>
      <p:pic>
        <p:nvPicPr>
          <p:cNvPr id="6" name="Picture Placeholder 5" descr="Mountains at sunset">
            <a:extLst>
              <a:ext uri="{FF2B5EF4-FFF2-40B4-BE49-F238E27FC236}">
                <a16:creationId xmlns:a16="http://schemas.microsoft.com/office/drawing/2014/main" id="{B520C53E-8329-74AB-5229-BCDE630B2E13}"/>
              </a:ext>
            </a:extLst>
          </p:cNvPr>
          <p:cNvPicPr>
            <a:picLocks noGrp="1" noChangeAspect="1"/>
          </p:cNvPicPr>
          <p:nvPr>
            <p:ph type="pic" sz="quarter" idx="14"/>
          </p:nvPr>
        </p:nvPicPr>
        <p:blipFill rotWithShape="1">
          <a:blip r:embed="rId3"/>
          <a:srcRect t="21" b="21"/>
          <a:stretch/>
        </p:blipFill>
        <p:spPr>
          <a:xfrm>
            <a:off x="1217205" y="152729"/>
            <a:ext cx="2870987" cy="2870986"/>
          </a:xfrm>
        </p:spPr>
      </p:pic>
      <p:sp>
        <p:nvSpPr>
          <p:cNvPr id="5" name="TextBox 4">
            <a:extLst>
              <a:ext uri="{FF2B5EF4-FFF2-40B4-BE49-F238E27FC236}">
                <a16:creationId xmlns:a16="http://schemas.microsoft.com/office/drawing/2014/main" id="{B3F64710-49C5-D17A-9512-079F5B08E991}"/>
              </a:ext>
            </a:extLst>
          </p:cNvPr>
          <p:cNvSpPr txBox="1"/>
          <p:nvPr/>
        </p:nvSpPr>
        <p:spPr>
          <a:xfrm>
            <a:off x="7879222" y="2931207"/>
            <a:ext cx="3777242" cy="3139321"/>
          </a:xfrm>
          <a:prstGeom prst="rect">
            <a:avLst/>
          </a:prstGeom>
          <a:noFill/>
        </p:spPr>
        <p:txBody>
          <a:bodyPr wrap="square" rtlCol="0">
            <a:spAutoFit/>
          </a:bodyPr>
          <a:lstStyle/>
          <a:p>
            <a:r>
              <a:rPr lang="en-US" dirty="0"/>
              <a:t>There should be 30 nodes, with clusters and weighted connections based on the number of games the teams have played against each other this season. Teams that have played each other more in this past season will have darker lines and teams that share a division will be clustered together. There won’t be any outliers since every team should have a connection, either direct or transitory. </a:t>
            </a:r>
          </a:p>
        </p:txBody>
      </p:sp>
      <p:pic>
        <p:nvPicPr>
          <p:cNvPr id="8" name="Picture 7" descr="A diagram of a network&#10;&#10;AI-generated content may be incorrect.">
            <a:extLst>
              <a:ext uri="{FF2B5EF4-FFF2-40B4-BE49-F238E27FC236}">
                <a16:creationId xmlns:a16="http://schemas.microsoft.com/office/drawing/2014/main" id="{E110A774-B754-5D9F-8046-1967436CF688}"/>
              </a:ext>
            </a:extLst>
          </p:cNvPr>
          <p:cNvPicPr>
            <a:picLocks noChangeAspect="1"/>
          </p:cNvPicPr>
          <p:nvPr/>
        </p:nvPicPr>
        <p:blipFill>
          <a:blip r:embed="rId4"/>
          <a:stretch>
            <a:fillRect/>
          </a:stretch>
        </p:blipFill>
        <p:spPr>
          <a:xfrm>
            <a:off x="2439433" y="3204673"/>
            <a:ext cx="4541120" cy="3324031"/>
          </a:xfrm>
          <a:prstGeom prst="rect">
            <a:avLst/>
          </a:prstGeom>
        </p:spPr>
      </p:pic>
    </p:spTree>
    <p:extLst>
      <p:ext uri="{BB962C8B-B14F-4D97-AF65-F5344CB8AC3E}">
        <p14:creationId xmlns:p14="http://schemas.microsoft.com/office/powerpoint/2010/main" val="30378128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5A271-8875-6BCE-0A4A-542683BB3917}"/>
              </a:ext>
            </a:extLst>
          </p:cNvPr>
          <p:cNvSpPr>
            <a:spLocks noGrp="1"/>
          </p:cNvSpPr>
          <p:nvPr>
            <p:ph type="ctrTitle"/>
          </p:nvPr>
        </p:nvSpPr>
        <p:spPr>
          <a:xfrm>
            <a:off x="1280159" y="3386775"/>
            <a:ext cx="8311102" cy="3080335"/>
          </a:xfrm>
        </p:spPr>
        <p:txBody>
          <a:bodyPr/>
          <a:lstStyle/>
          <a:p>
            <a:r>
              <a:rPr lang="en-US" sz="2800" dirty="0"/>
              <a:t>The singular connection that connects all nodes is based on the number of games that each team played against each other in the 2025 season. </a:t>
            </a:r>
          </a:p>
        </p:txBody>
      </p:sp>
      <p:pic>
        <p:nvPicPr>
          <p:cNvPr id="7" name="Picture Placeholder 8" descr="Mountains at sunset">
            <a:extLst>
              <a:ext uri="{FF2B5EF4-FFF2-40B4-BE49-F238E27FC236}">
                <a16:creationId xmlns:a16="http://schemas.microsoft.com/office/drawing/2014/main" id="{DABEABE1-2983-8759-E3F7-CCC6330C6BA1}"/>
              </a:ext>
            </a:extLst>
          </p:cNvPr>
          <p:cNvPicPr>
            <a:picLocks noGrp="1" noChangeAspect="1"/>
          </p:cNvPicPr>
          <p:nvPr>
            <p:ph type="pic" sz="quarter" idx="13"/>
          </p:nvPr>
        </p:nvPicPr>
        <p:blipFill rotWithShape="1">
          <a:blip r:embed="rId3"/>
          <a:srcRect l="23" r="23"/>
          <a:stretch/>
        </p:blipFill>
        <p:spPr>
          <a:xfrm>
            <a:off x="8417607" y="411831"/>
            <a:ext cx="3301317" cy="3301324"/>
          </a:xfrm>
        </p:spPr>
      </p:pic>
    </p:spTree>
    <p:extLst>
      <p:ext uri="{BB962C8B-B14F-4D97-AF65-F5344CB8AC3E}">
        <p14:creationId xmlns:p14="http://schemas.microsoft.com/office/powerpoint/2010/main" val="1941235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68171-F501-5EC9-8849-5D0FE73AE00B}"/>
              </a:ext>
            </a:extLst>
          </p:cNvPr>
          <p:cNvSpPr>
            <a:spLocks noGrp="1"/>
          </p:cNvSpPr>
          <p:nvPr>
            <p:ph type="ctrTitle"/>
          </p:nvPr>
        </p:nvSpPr>
        <p:spPr/>
        <p:txBody>
          <a:bodyPr/>
          <a:lstStyle/>
          <a:p>
            <a:r>
              <a:rPr lang="en-US" dirty="0"/>
              <a:t>Expectations</a:t>
            </a:r>
          </a:p>
        </p:txBody>
      </p:sp>
      <p:sp>
        <p:nvSpPr>
          <p:cNvPr id="3" name="Subtitle 2">
            <a:extLst>
              <a:ext uri="{FF2B5EF4-FFF2-40B4-BE49-F238E27FC236}">
                <a16:creationId xmlns:a16="http://schemas.microsoft.com/office/drawing/2014/main" id="{338A9D03-6CF8-D31E-2E06-88AEBCEF7D9B}"/>
              </a:ext>
            </a:extLst>
          </p:cNvPr>
          <p:cNvSpPr>
            <a:spLocks noGrp="1"/>
          </p:cNvSpPr>
          <p:nvPr>
            <p:ph type="subTitle" idx="1"/>
          </p:nvPr>
        </p:nvSpPr>
        <p:spPr>
          <a:xfrm>
            <a:off x="1382709" y="2862842"/>
            <a:ext cx="6000858" cy="2709016"/>
          </a:xfrm>
        </p:spPr>
        <p:txBody>
          <a:bodyPr>
            <a:normAutofit/>
          </a:bodyPr>
          <a:lstStyle/>
          <a:p>
            <a:r>
              <a:rPr lang="en-US" sz="2000" dirty="0"/>
              <a:t>I expect there to be a good network that doesn’t just create a star. Obviously, there will be a good number of teams that are connected, but there will be some teams that have a bridge to connect them since some teams won’t play each other this year. There should be no outliers because each team should be connected, either directly or through a bridge/shared relationship with another team. </a:t>
            </a:r>
          </a:p>
        </p:txBody>
      </p:sp>
      <p:pic>
        <p:nvPicPr>
          <p:cNvPr id="6" name="Picture Placeholder 21" descr="Mountains under near dusk sky">
            <a:extLst>
              <a:ext uri="{FF2B5EF4-FFF2-40B4-BE49-F238E27FC236}">
                <a16:creationId xmlns:a16="http://schemas.microsoft.com/office/drawing/2014/main" id="{56606EF5-1CC7-5421-5CF4-C03704056CCA}"/>
              </a:ext>
            </a:extLst>
          </p:cNvPr>
          <p:cNvPicPr>
            <a:picLocks noGrp="1" noChangeAspect="1"/>
          </p:cNvPicPr>
          <p:nvPr>
            <p:ph type="pic" sz="quarter" idx="13"/>
          </p:nvPr>
        </p:nvPicPr>
        <p:blipFill rotWithShape="1">
          <a:blip r:embed="rId3"/>
          <a:srcRect l="16939" r="16939"/>
          <a:stretch/>
        </p:blipFill>
        <p:spPr/>
      </p:pic>
    </p:spTree>
    <p:extLst>
      <p:ext uri="{BB962C8B-B14F-4D97-AF65-F5344CB8AC3E}">
        <p14:creationId xmlns:p14="http://schemas.microsoft.com/office/powerpoint/2010/main" val="3962753978"/>
      </p:ext>
    </p:extLst>
  </p:cSld>
  <p:clrMapOvr>
    <a:masterClrMapping/>
  </p:clrMapOvr>
</p:sld>
</file>

<file path=ppt/theme/theme1.xml><?xml version="1.0" encoding="utf-8"?>
<a:theme xmlns:a="http://schemas.openxmlformats.org/drawingml/2006/main" name="GradientVTI">
  <a:themeElements>
    <a:clrScheme name="Gradient">
      <a:dk1>
        <a:sysClr val="windowText" lastClr="000000"/>
      </a:dk1>
      <a:lt1>
        <a:sysClr val="window" lastClr="FFFFFF"/>
      </a:lt1>
      <a:dk2>
        <a:srgbClr val="10013F"/>
      </a:dk2>
      <a:lt2>
        <a:srgbClr val="F2F0FF"/>
      </a:lt2>
      <a:accent1>
        <a:srgbClr val="814DFF"/>
      </a:accent1>
      <a:accent2>
        <a:srgbClr val="243FFF"/>
      </a:accent2>
      <a:accent3>
        <a:srgbClr val="FF83B6"/>
      </a:accent3>
      <a:accent4>
        <a:srgbClr val="FF9022"/>
      </a:accent4>
      <a:accent5>
        <a:srgbClr val="FF1F85"/>
      </a:accent5>
      <a:accent6>
        <a:srgbClr val="1A98FF"/>
      </a:accent6>
      <a:hlink>
        <a:srgbClr val="0563C1"/>
      </a:hlink>
      <a:folHlink>
        <a:srgbClr val="954F72"/>
      </a:folHlink>
    </a:clrScheme>
    <a:fontScheme name="Univers">
      <a:majorFont>
        <a:latin typeface="Univers"/>
        <a:ea typeface=""/>
        <a:cs typeface=""/>
      </a:majorFont>
      <a:minorFont>
        <a:latin typeface="Univer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alaxy presentation_Win32_SL_V16" id="{36B34AD0-AFC2-468E-8620-6CFD159B149F}" vid="{ACCF8893-1A0E-437D-A612-1659D305EA1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0E87F72-70BF-43BC-A0D4-53665DC1267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FABD9919-8F5A-4B99-83E1-E90FE1DCF2E1}">
  <ds:schemaRefs>
    <ds:schemaRef ds:uri="http://schemas.microsoft.com/sharepoint/v3/contenttype/forms"/>
  </ds:schemaRefs>
</ds:datastoreItem>
</file>

<file path=customXml/itemProps3.xml><?xml version="1.0" encoding="utf-8"?>
<ds:datastoreItem xmlns:ds="http://schemas.openxmlformats.org/officeDocument/2006/customXml" ds:itemID="{52D646E0-DCC8-4209-B539-AA58186B682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{F751AA8F-A599-4ED8-AEBB-2A71B663D99F}TF54b766f8-63ee-43b7-9d15-113a5f305028ef21f1e0_win32-c09799a851b0</Template>
  <TotalTime>19</TotalTime>
  <Words>192</Words>
  <Application>Microsoft Office PowerPoint</Application>
  <PresentationFormat>Widescreen</PresentationFormat>
  <Paragraphs>11</Paragraphs>
  <Slides>4</Slides>
  <Notes>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Univers</vt:lpstr>
      <vt:lpstr>GradientVTI</vt:lpstr>
      <vt:lpstr>MLB Baseball as a network</vt:lpstr>
      <vt:lpstr>The network should look like this</vt:lpstr>
      <vt:lpstr>The singular connection that connects all nodes is based on the number of games that each team played against each other in the 2025 season. </vt:lpstr>
      <vt:lpstr>Expectations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Marin Aske</dc:creator>
  <cp:lastModifiedBy>Marin Aske</cp:lastModifiedBy>
  <cp:revision>1</cp:revision>
  <dcterms:created xsi:type="dcterms:W3CDTF">2025-09-10T18:43:32Z</dcterms:created>
  <dcterms:modified xsi:type="dcterms:W3CDTF">2025-09-10T19:02:53Z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